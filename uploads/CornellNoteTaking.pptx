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3"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A364A1-6F3B-C130-EC2D-33530A8D7A1B}" v="578" dt="2024-09-10T14:47:18.7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ylan Webb" userId="S::dylan.webb@triosstudent.com::f5743df3-ba19-4fa1-81be-4bf6e54ac1c2" providerId="AD" clId="Web-{9CA364A1-6F3B-C130-EC2D-33530A8D7A1B}"/>
    <pc:docChg chg="addSld modSld addMainMaster delMainMaster">
      <pc:chgData name="Dylan Webb" userId="S::dylan.webb@triosstudent.com::f5743df3-ba19-4fa1-81be-4bf6e54ac1c2" providerId="AD" clId="Web-{9CA364A1-6F3B-C130-EC2D-33530A8D7A1B}" dt="2024-09-10T14:47:18.446" v="559" actId="20577"/>
      <pc:docMkLst>
        <pc:docMk/>
      </pc:docMkLst>
      <pc:sldChg chg="addSp modSp mod setBg modClrScheme chgLayout">
        <pc:chgData name="Dylan Webb" userId="S::dylan.webb@triosstudent.com::f5743df3-ba19-4fa1-81be-4bf6e54ac1c2" providerId="AD" clId="Web-{9CA364A1-6F3B-C130-EC2D-33530A8D7A1B}" dt="2024-09-10T14:47:18.446" v="559" actId="20577"/>
        <pc:sldMkLst>
          <pc:docMk/>
          <pc:sldMk cId="109857222" sldId="256"/>
        </pc:sldMkLst>
        <pc:spChg chg="mod">
          <ac:chgData name="Dylan Webb" userId="S::dylan.webb@triosstudent.com::f5743df3-ba19-4fa1-81be-4bf6e54ac1c2" providerId="AD" clId="Web-{9CA364A1-6F3B-C130-EC2D-33530A8D7A1B}" dt="2024-09-10T14:05:37.256" v="2"/>
          <ac:spMkLst>
            <pc:docMk/>
            <pc:sldMk cId="109857222" sldId="256"/>
            <ac:spMk id="2" creationId="{00000000-0000-0000-0000-000000000000}"/>
          </ac:spMkLst>
        </pc:spChg>
        <pc:spChg chg="mod">
          <ac:chgData name="Dylan Webb" userId="S::dylan.webb@triosstudent.com::f5743df3-ba19-4fa1-81be-4bf6e54ac1c2" providerId="AD" clId="Web-{9CA364A1-6F3B-C130-EC2D-33530A8D7A1B}" dt="2024-09-10T14:47:18.446" v="559" actId="20577"/>
          <ac:spMkLst>
            <pc:docMk/>
            <pc:sldMk cId="109857222" sldId="256"/>
            <ac:spMk id="3" creationId="{00000000-0000-0000-0000-000000000000}"/>
          </ac:spMkLst>
        </pc:spChg>
        <pc:spChg chg="add">
          <ac:chgData name="Dylan Webb" userId="S::dylan.webb@triosstudent.com::f5743df3-ba19-4fa1-81be-4bf6e54ac1c2" providerId="AD" clId="Web-{9CA364A1-6F3B-C130-EC2D-33530A8D7A1B}" dt="2024-09-10T14:05:37.256" v="2"/>
          <ac:spMkLst>
            <pc:docMk/>
            <pc:sldMk cId="109857222" sldId="256"/>
            <ac:spMk id="9" creationId="{733E0473-C315-42D8-A82A-A2FE49DC67DA}"/>
          </ac:spMkLst>
        </pc:spChg>
        <pc:spChg chg="add">
          <ac:chgData name="Dylan Webb" userId="S::dylan.webb@triosstudent.com::f5743df3-ba19-4fa1-81be-4bf6e54ac1c2" providerId="AD" clId="Web-{9CA364A1-6F3B-C130-EC2D-33530A8D7A1B}" dt="2024-09-10T14:05:37.256" v="2"/>
          <ac:spMkLst>
            <pc:docMk/>
            <pc:sldMk cId="109857222" sldId="256"/>
            <ac:spMk id="11" creationId="{AD23A251-68F2-43E5-812B-4BBAE1AF535E}"/>
          </ac:spMkLst>
        </pc:spChg>
        <pc:grpChg chg="add">
          <ac:chgData name="Dylan Webb" userId="S::dylan.webb@triosstudent.com::f5743df3-ba19-4fa1-81be-4bf6e54ac1c2" providerId="AD" clId="Web-{9CA364A1-6F3B-C130-EC2D-33530A8D7A1B}" dt="2024-09-10T14:05:37.256" v="2"/>
          <ac:grpSpMkLst>
            <pc:docMk/>
            <pc:sldMk cId="109857222" sldId="256"/>
            <ac:grpSpMk id="13" creationId="{0350AF23-2606-421F-AB7B-23D9B48F3E9B}"/>
          </ac:grpSpMkLst>
        </pc:grpChg>
        <pc:picChg chg="add">
          <ac:chgData name="Dylan Webb" userId="S::dylan.webb@triosstudent.com::f5743df3-ba19-4fa1-81be-4bf6e54ac1c2" providerId="AD" clId="Web-{9CA364A1-6F3B-C130-EC2D-33530A8D7A1B}" dt="2024-09-10T14:05:37.256" v="2"/>
          <ac:picMkLst>
            <pc:docMk/>
            <pc:sldMk cId="109857222" sldId="256"/>
            <ac:picMk id="4" creationId="{3BB6868F-3D99-9F2D-C105-12E2EA6A1D7B}"/>
          </ac:picMkLst>
        </pc:picChg>
      </pc:sldChg>
      <pc:sldChg chg="addSp modSp new">
        <pc:chgData name="Dylan Webb" userId="S::dylan.webb@triosstudent.com::f5743df3-ba19-4fa1-81be-4bf6e54ac1c2" providerId="AD" clId="Web-{9CA364A1-6F3B-C130-EC2D-33530A8D7A1B}" dt="2024-09-10T14:24:12.676" v="248" actId="20577"/>
        <pc:sldMkLst>
          <pc:docMk/>
          <pc:sldMk cId="3094018714" sldId="257"/>
        </pc:sldMkLst>
        <pc:spChg chg="mod">
          <ac:chgData name="Dylan Webb" userId="S::dylan.webb@triosstudent.com::f5743df3-ba19-4fa1-81be-4bf6e54ac1c2" providerId="AD" clId="Web-{9CA364A1-6F3B-C130-EC2D-33530A8D7A1B}" dt="2024-09-10T14:08:58.074" v="36" actId="20577"/>
          <ac:spMkLst>
            <pc:docMk/>
            <pc:sldMk cId="3094018714" sldId="257"/>
            <ac:spMk id="2" creationId="{EC662349-F2B4-6794-970D-B157E88FB3EF}"/>
          </ac:spMkLst>
        </pc:spChg>
        <pc:spChg chg="mod">
          <ac:chgData name="Dylan Webb" userId="S::dylan.webb@triosstudent.com::f5743df3-ba19-4fa1-81be-4bf6e54ac1c2" providerId="AD" clId="Web-{9CA364A1-6F3B-C130-EC2D-33530A8D7A1B}" dt="2024-09-10T14:24:12.676" v="248" actId="20577"/>
          <ac:spMkLst>
            <pc:docMk/>
            <pc:sldMk cId="3094018714" sldId="257"/>
            <ac:spMk id="3" creationId="{FFA1B8CF-AB79-13B6-E65C-9E742D160782}"/>
          </ac:spMkLst>
        </pc:spChg>
        <pc:picChg chg="add mod">
          <ac:chgData name="Dylan Webb" userId="S::dylan.webb@triosstudent.com::f5743df3-ba19-4fa1-81be-4bf6e54ac1c2" providerId="AD" clId="Web-{9CA364A1-6F3B-C130-EC2D-33530A8D7A1B}" dt="2024-09-10T14:23:29.925" v="241" actId="14100"/>
          <ac:picMkLst>
            <pc:docMk/>
            <pc:sldMk cId="3094018714" sldId="257"/>
            <ac:picMk id="4" creationId="{742FE94F-DCF9-F5AE-5874-77BFD1905AB6}"/>
          </ac:picMkLst>
        </pc:picChg>
      </pc:sldChg>
      <pc:sldChg chg="addSp modSp new">
        <pc:chgData name="Dylan Webb" userId="S::dylan.webb@triosstudent.com::f5743df3-ba19-4fa1-81be-4bf6e54ac1c2" providerId="AD" clId="Web-{9CA364A1-6F3B-C130-EC2D-33530A8D7A1B}" dt="2024-09-10T14:38:11.557" v="415" actId="20577"/>
        <pc:sldMkLst>
          <pc:docMk/>
          <pc:sldMk cId="4213793565" sldId="258"/>
        </pc:sldMkLst>
        <pc:spChg chg="mod">
          <ac:chgData name="Dylan Webb" userId="S::dylan.webb@triosstudent.com::f5743df3-ba19-4fa1-81be-4bf6e54ac1c2" providerId="AD" clId="Web-{9CA364A1-6F3B-C130-EC2D-33530A8D7A1B}" dt="2024-09-10T14:10:58.968" v="40" actId="20577"/>
          <ac:spMkLst>
            <pc:docMk/>
            <pc:sldMk cId="4213793565" sldId="258"/>
            <ac:spMk id="2" creationId="{4BFD0F43-5392-C080-7B51-A34F669FEA21}"/>
          </ac:spMkLst>
        </pc:spChg>
        <pc:spChg chg="mod">
          <ac:chgData name="Dylan Webb" userId="S::dylan.webb@triosstudent.com::f5743df3-ba19-4fa1-81be-4bf6e54ac1c2" providerId="AD" clId="Web-{9CA364A1-6F3B-C130-EC2D-33530A8D7A1B}" dt="2024-09-10T14:38:11.557" v="415" actId="20577"/>
          <ac:spMkLst>
            <pc:docMk/>
            <pc:sldMk cId="4213793565" sldId="258"/>
            <ac:spMk id="3" creationId="{DBFCDD91-CCBC-454C-54B5-FE8E7C09606D}"/>
          </ac:spMkLst>
        </pc:spChg>
        <pc:picChg chg="add mod">
          <ac:chgData name="Dylan Webb" userId="S::dylan.webb@triosstudent.com::f5743df3-ba19-4fa1-81be-4bf6e54ac1c2" providerId="AD" clId="Web-{9CA364A1-6F3B-C130-EC2D-33530A8D7A1B}" dt="2024-09-10T14:36:42.930" v="393" actId="1076"/>
          <ac:picMkLst>
            <pc:docMk/>
            <pc:sldMk cId="4213793565" sldId="258"/>
            <ac:picMk id="4" creationId="{DC57635C-FC70-920A-518E-6580BFB1E4B8}"/>
          </ac:picMkLst>
        </pc:picChg>
      </pc:sldChg>
      <pc:sldChg chg="addSp modSp new">
        <pc:chgData name="Dylan Webb" userId="S::dylan.webb@triosstudent.com::f5743df3-ba19-4fa1-81be-4bf6e54ac1c2" providerId="AD" clId="Web-{9CA364A1-6F3B-C130-EC2D-33530A8D7A1B}" dt="2024-09-10T14:42:55.314" v="441" actId="20577"/>
        <pc:sldMkLst>
          <pc:docMk/>
          <pc:sldMk cId="2521648257" sldId="259"/>
        </pc:sldMkLst>
        <pc:spChg chg="mod">
          <ac:chgData name="Dylan Webb" userId="S::dylan.webb@triosstudent.com::f5743df3-ba19-4fa1-81be-4bf6e54ac1c2" providerId="AD" clId="Web-{9CA364A1-6F3B-C130-EC2D-33530A8D7A1B}" dt="2024-09-10T14:11:09.812" v="44" actId="20577"/>
          <ac:spMkLst>
            <pc:docMk/>
            <pc:sldMk cId="2521648257" sldId="259"/>
            <ac:spMk id="2" creationId="{A3EC7934-587F-03B1-3ABF-52EF37CC90B2}"/>
          </ac:spMkLst>
        </pc:spChg>
        <pc:spChg chg="mod">
          <ac:chgData name="Dylan Webb" userId="S::dylan.webb@triosstudent.com::f5743df3-ba19-4fa1-81be-4bf6e54ac1c2" providerId="AD" clId="Web-{9CA364A1-6F3B-C130-EC2D-33530A8D7A1B}" dt="2024-09-10T14:42:55.314" v="441" actId="20577"/>
          <ac:spMkLst>
            <pc:docMk/>
            <pc:sldMk cId="2521648257" sldId="259"/>
            <ac:spMk id="3" creationId="{5A7E6D24-D791-74CE-7CB4-0DA59C1732D3}"/>
          </ac:spMkLst>
        </pc:spChg>
        <pc:picChg chg="add mod">
          <ac:chgData name="Dylan Webb" userId="S::dylan.webb@triosstudent.com::f5743df3-ba19-4fa1-81be-4bf6e54ac1c2" providerId="AD" clId="Web-{9CA364A1-6F3B-C130-EC2D-33530A8D7A1B}" dt="2024-09-10T14:39:44.028" v="428" actId="14100"/>
          <ac:picMkLst>
            <pc:docMk/>
            <pc:sldMk cId="2521648257" sldId="259"/>
            <ac:picMk id="4" creationId="{DEF466CD-5C22-8273-3DFF-CB9D4BF15510}"/>
          </ac:picMkLst>
        </pc:picChg>
      </pc:sldChg>
      <pc:sldChg chg="modSp new">
        <pc:chgData name="Dylan Webb" userId="S::dylan.webb@triosstudent.com::f5743df3-ba19-4fa1-81be-4bf6e54ac1c2" providerId="AD" clId="Web-{9CA364A1-6F3B-C130-EC2D-33530A8D7A1B}" dt="2024-09-10T14:46:27.039" v="552" actId="20577"/>
        <pc:sldMkLst>
          <pc:docMk/>
          <pc:sldMk cId="116001477" sldId="260"/>
        </pc:sldMkLst>
        <pc:spChg chg="mod">
          <ac:chgData name="Dylan Webb" userId="S::dylan.webb@triosstudent.com::f5743df3-ba19-4fa1-81be-4bf6e54ac1c2" providerId="AD" clId="Web-{9CA364A1-6F3B-C130-EC2D-33530A8D7A1B}" dt="2024-09-10T14:43:03.908" v="447" actId="20577"/>
          <ac:spMkLst>
            <pc:docMk/>
            <pc:sldMk cId="116001477" sldId="260"/>
            <ac:spMk id="2" creationId="{FFC4B52E-291A-8730-3463-375A21EAB2D1}"/>
          </ac:spMkLst>
        </pc:spChg>
        <pc:spChg chg="mod">
          <ac:chgData name="Dylan Webb" userId="S::dylan.webb@triosstudent.com::f5743df3-ba19-4fa1-81be-4bf6e54ac1c2" providerId="AD" clId="Web-{9CA364A1-6F3B-C130-EC2D-33530A8D7A1B}" dt="2024-09-10T14:46:27.039" v="552" actId="20577"/>
          <ac:spMkLst>
            <pc:docMk/>
            <pc:sldMk cId="116001477" sldId="260"/>
            <ac:spMk id="3" creationId="{21C77371-5D74-F809-1E8C-A2E0D95D0AE5}"/>
          </ac:spMkLst>
        </pc:spChg>
      </pc:sldChg>
      <pc:sldMasterChg chg="del delSldLayout">
        <pc:chgData name="Dylan Webb" userId="S::dylan.webb@triosstudent.com::f5743df3-ba19-4fa1-81be-4bf6e54ac1c2" providerId="AD" clId="Web-{9CA364A1-6F3B-C130-EC2D-33530A8D7A1B}" dt="2024-09-10T14:05:37.256" v="2"/>
        <pc:sldMasterMkLst>
          <pc:docMk/>
          <pc:sldMasterMk cId="2460954070" sldId="2147483660"/>
        </pc:sldMasterMkLst>
        <pc:sldLayoutChg chg="del">
          <pc:chgData name="Dylan Webb" userId="S::dylan.webb@triosstudent.com::f5743df3-ba19-4fa1-81be-4bf6e54ac1c2" providerId="AD" clId="Web-{9CA364A1-6F3B-C130-EC2D-33530A8D7A1B}" dt="2024-09-10T14:05:37.256" v="2"/>
          <pc:sldLayoutMkLst>
            <pc:docMk/>
            <pc:sldMasterMk cId="2460954070" sldId="2147483660"/>
            <pc:sldLayoutMk cId="2385387890" sldId="2147483661"/>
          </pc:sldLayoutMkLst>
        </pc:sldLayoutChg>
        <pc:sldLayoutChg chg="del">
          <pc:chgData name="Dylan Webb" userId="S::dylan.webb@triosstudent.com::f5743df3-ba19-4fa1-81be-4bf6e54ac1c2" providerId="AD" clId="Web-{9CA364A1-6F3B-C130-EC2D-33530A8D7A1B}" dt="2024-09-10T14:05:37.256" v="2"/>
          <pc:sldLayoutMkLst>
            <pc:docMk/>
            <pc:sldMasterMk cId="2460954070" sldId="2147483660"/>
            <pc:sldLayoutMk cId="949138452" sldId="2147483662"/>
          </pc:sldLayoutMkLst>
        </pc:sldLayoutChg>
        <pc:sldLayoutChg chg="del">
          <pc:chgData name="Dylan Webb" userId="S::dylan.webb@triosstudent.com::f5743df3-ba19-4fa1-81be-4bf6e54ac1c2" providerId="AD" clId="Web-{9CA364A1-6F3B-C130-EC2D-33530A8D7A1B}" dt="2024-09-10T14:05:37.256" v="2"/>
          <pc:sldLayoutMkLst>
            <pc:docMk/>
            <pc:sldMasterMk cId="2460954070" sldId="2147483660"/>
            <pc:sldLayoutMk cId="2591524520" sldId="2147483663"/>
          </pc:sldLayoutMkLst>
        </pc:sldLayoutChg>
        <pc:sldLayoutChg chg="del">
          <pc:chgData name="Dylan Webb" userId="S::dylan.webb@triosstudent.com::f5743df3-ba19-4fa1-81be-4bf6e54ac1c2" providerId="AD" clId="Web-{9CA364A1-6F3B-C130-EC2D-33530A8D7A1B}" dt="2024-09-10T14:05:37.256" v="2"/>
          <pc:sldLayoutMkLst>
            <pc:docMk/>
            <pc:sldMasterMk cId="2460954070" sldId="2147483660"/>
            <pc:sldLayoutMk cId="1203092039" sldId="2147483664"/>
          </pc:sldLayoutMkLst>
        </pc:sldLayoutChg>
        <pc:sldLayoutChg chg="del">
          <pc:chgData name="Dylan Webb" userId="S::dylan.webb@triosstudent.com::f5743df3-ba19-4fa1-81be-4bf6e54ac1c2" providerId="AD" clId="Web-{9CA364A1-6F3B-C130-EC2D-33530A8D7A1B}" dt="2024-09-10T14:05:37.256" v="2"/>
          <pc:sldLayoutMkLst>
            <pc:docMk/>
            <pc:sldMasterMk cId="2460954070" sldId="2147483660"/>
            <pc:sldLayoutMk cId="3733172339" sldId="2147483665"/>
          </pc:sldLayoutMkLst>
        </pc:sldLayoutChg>
        <pc:sldLayoutChg chg="del">
          <pc:chgData name="Dylan Webb" userId="S::dylan.webb@triosstudent.com::f5743df3-ba19-4fa1-81be-4bf6e54ac1c2" providerId="AD" clId="Web-{9CA364A1-6F3B-C130-EC2D-33530A8D7A1B}" dt="2024-09-10T14:05:37.256" v="2"/>
          <pc:sldLayoutMkLst>
            <pc:docMk/>
            <pc:sldMasterMk cId="2460954070" sldId="2147483660"/>
            <pc:sldLayoutMk cId="3210312558" sldId="2147483666"/>
          </pc:sldLayoutMkLst>
        </pc:sldLayoutChg>
        <pc:sldLayoutChg chg="del">
          <pc:chgData name="Dylan Webb" userId="S::dylan.webb@triosstudent.com::f5743df3-ba19-4fa1-81be-4bf6e54ac1c2" providerId="AD" clId="Web-{9CA364A1-6F3B-C130-EC2D-33530A8D7A1B}" dt="2024-09-10T14:05:37.256" v="2"/>
          <pc:sldLayoutMkLst>
            <pc:docMk/>
            <pc:sldMasterMk cId="2460954070" sldId="2147483660"/>
            <pc:sldLayoutMk cId="3146388984" sldId="2147483667"/>
          </pc:sldLayoutMkLst>
        </pc:sldLayoutChg>
        <pc:sldLayoutChg chg="del">
          <pc:chgData name="Dylan Webb" userId="S::dylan.webb@triosstudent.com::f5743df3-ba19-4fa1-81be-4bf6e54ac1c2" providerId="AD" clId="Web-{9CA364A1-6F3B-C130-EC2D-33530A8D7A1B}" dt="2024-09-10T14:05:37.256" v="2"/>
          <pc:sldLayoutMkLst>
            <pc:docMk/>
            <pc:sldMasterMk cId="2460954070" sldId="2147483660"/>
            <pc:sldLayoutMk cId="3171841454" sldId="2147483668"/>
          </pc:sldLayoutMkLst>
        </pc:sldLayoutChg>
        <pc:sldLayoutChg chg="del">
          <pc:chgData name="Dylan Webb" userId="S::dylan.webb@triosstudent.com::f5743df3-ba19-4fa1-81be-4bf6e54ac1c2" providerId="AD" clId="Web-{9CA364A1-6F3B-C130-EC2D-33530A8D7A1B}" dt="2024-09-10T14:05:37.256" v="2"/>
          <pc:sldLayoutMkLst>
            <pc:docMk/>
            <pc:sldMasterMk cId="2460954070" sldId="2147483660"/>
            <pc:sldLayoutMk cId="1718958274" sldId="2147483669"/>
          </pc:sldLayoutMkLst>
        </pc:sldLayoutChg>
        <pc:sldLayoutChg chg="del">
          <pc:chgData name="Dylan Webb" userId="S::dylan.webb@triosstudent.com::f5743df3-ba19-4fa1-81be-4bf6e54ac1c2" providerId="AD" clId="Web-{9CA364A1-6F3B-C130-EC2D-33530A8D7A1B}" dt="2024-09-10T14:05:37.256" v="2"/>
          <pc:sldLayoutMkLst>
            <pc:docMk/>
            <pc:sldMasterMk cId="2460954070" sldId="2147483660"/>
            <pc:sldLayoutMk cId="2202905451" sldId="2147483670"/>
          </pc:sldLayoutMkLst>
        </pc:sldLayoutChg>
        <pc:sldLayoutChg chg="del">
          <pc:chgData name="Dylan Webb" userId="S::dylan.webb@triosstudent.com::f5743df3-ba19-4fa1-81be-4bf6e54ac1c2" providerId="AD" clId="Web-{9CA364A1-6F3B-C130-EC2D-33530A8D7A1B}" dt="2024-09-10T14:05:37.256" v="2"/>
          <pc:sldLayoutMkLst>
            <pc:docMk/>
            <pc:sldMasterMk cId="2460954070" sldId="2147483660"/>
            <pc:sldLayoutMk cId="3479445657" sldId="2147483671"/>
          </pc:sldLayoutMkLst>
        </pc:sldLayoutChg>
      </pc:sldMasterChg>
      <pc:sldMasterChg chg="add addSldLayout">
        <pc:chgData name="Dylan Webb" userId="S::dylan.webb@triosstudent.com::f5743df3-ba19-4fa1-81be-4bf6e54ac1c2" providerId="AD" clId="Web-{9CA364A1-6F3B-C130-EC2D-33530A8D7A1B}" dt="2024-09-10T14:05:37.256" v="2"/>
        <pc:sldMasterMkLst>
          <pc:docMk/>
          <pc:sldMasterMk cId="972203972" sldId="2147483743"/>
        </pc:sldMasterMkLst>
        <pc:sldLayoutChg chg="add">
          <pc:chgData name="Dylan Webb" userId="S::dylan.webb@triosstudent.com::f5743df3-ba19-4fa1-81be-4bf6e54ac1c2" providerId="AD" clId="Web-{9CA364A1-6F3B-C130-EC2D-33530A8D7A1B}" dt="2024-09-10T14:05:37.256" v="2"/>
          <pc:sldLayoutMkLst>
            <pc:docMk/>
            <pc:sldMasterMk cId="972203972" sldId="2147483743"/>
            <pc:sldLayoutMk cId="3225742850" sldId="2147483732"/>
          </pc:sldLayoutMkLst>
        </pc:sldLayoutChg>
        <pc:sldLayoutChg chg="add">
          <pc:chgData name="Dylan Webb" userId="S::dylan.webb@triosstudent.com::f5743df3-ba19-4fa1-81be-4bf6e54ac1c2" providerId="AD" clId="Web-{9CA364A1-6F3B-C130-EC2D-33530A8D7A1B}" dt="2024-09-10T14:05:37.256" v="2"/>
          <pc:sldLayoutMkLst>
            <pc:docMk/>
            <pc:sldMasterMk cId="972203972" sldId="2147483743"/>
            <pc:sldLayoutMk cId="553283817" sldId="2147483733"/>
          </pc:sldLayoutMkLst>
        </pc:sldLayoutChg>
        <pc:sldLayoutChg chg="add">
          <pc:chgData name="Dylan Webb" userId="S::dylan.webb@triosstudent.com::f5743df3-ba19-4fa1-81be-4bf6e54ac1c2" providerId="AD" clId="Web-{9CA364A1-6F3B-C130-EC2D-33530A8D7A1B}" dt="2024-09-10T14:05:37.256" v="2"/>
          <pc:sldLayoutMkLst>
            <pc:docMk/>
            <pc:sldMasterMk cId="972203972" sldId="2147483743"/>
            <pc:sldLayoutMk cId="4069220976" sldId="2147483734"/>
          </pc:sldLayoutMkLst>
        </pc:sldLayoutChg>
        <pc:sldLayoutChg chg="add">
          <pc:chgData name="Dylan Webb" userId="S::dylan.webb@triosstudent.com::f5743df3-ba19-4fa1-81be-4bf6e54ac1c2" providerId="AD" clId="Web-{9CA364A1-6F3B-C130-EC2D-33530A8D7A1B}" dt="2024-09-10T14:05:37.256" v="2"/>
          <pc:sldLayoutMkLst>
            <pc:docMk/>
            <pc:sldMasterMk cId="972203972" sldId="2147483743"/>
            <pc:sldLayoutMk cId="1234811175" sldId="2147483735"/>
          </pc:sldLayoutMkLst>
        </pc:sldLayoutChg>
        <pc:sldLayoutChg chg="add">
          <pc:chgData name="Dylan Webb" userId="S::dylan.webb@triosstudent.com::f5743df3-ba19-4fa1-81be-4bf6e54ac1c2" providerId="AD" clId="Web-{9CA364A1-6F3B-C130-EC2D-33530A8D7A1B}" dt="2024-09-10T14:05:37.256" v="2"/>
          <pc:sldLayoutMkLst>
            <pc:docMk/>
            <pc:sldMasterMk cId="972203972" sldId="2147483743"/>
            <pc:sldLayoutMk cId="1543172019" sldId="2147483736"/>
          </pc:sldLayoutMkLst>
        </pc:sldLayoutChg>
        <pc:sldLayoutChg chg="add">
          <pc:chgData name="Dylan Webb" userId="S::dylan.webb@triosstudent.com::f5743df3-ba19-4fa1-81be-4bf6e54ac1c2" providerId="AD" clId="Web-{9CA364A1-6F3B-C130-EC2D-33530A8D7A1B}" dt="2024-09-10T14:05:37.256" v="2"/>
          <pc:sldLayoutMkLst>
            <pc:docMk/>
            <pc:sldMasterMk cId="972203972" sldId="2147483743"/>
            <pc:sldLayoutMk cId="1097124868" sldId="2147483737"/>
          </pc:sldLayoutMkLst>
        </pc:sldLayoutChg>
        <pc:sldLayoutChg chg="add">
          <pc:chgData name="Dylan Webb" userId="S::dylan.webb@triosstudent.com::f5743df3-ba19-4fa1-81be-4bf6e54ac1c2" providerId="AD" clId="Web-{9CA364A1-6F3B-C130-EC2D-33530A8D7A1B}" dt="2024-09-10T14:05:37.256" v="2"/>
          <pc:sldLayoutMkLst>
            <pc:docMk/>
            <pc:sldMasterMk cId="972203972" sldId="2147483743"/>
            <pc:sldLayoutMk cId="3942426606" sldId="2147483738"/>
          </pc:sldLayoutMkLst>
        </pc:sldLayoutChg>
        <pc:sldLayoutChg chg="add">
          <pc:chgData name="Dylan Webb" userId="S::dylan.webb@triosstudent.com::f5743df3-ba19-4fa1-81be-4bf6e54ac1c2" providerId="AD" clId="Web-{9CA364A1-6F3B-C130-EC2D-33530A8D7A1B}" dt="2024-09-10T14:05:37.256" v="2"/>
          <pc:sldLayoutMkLst>
            <pc:docMk/>
            <pc:sldMasterMk cId="972203972" sldId="2147483743"/>
            <pc:sldLayoutMk cId="3074706053" sldId="2147483739"/>
          </pc:sldLayoutMkLst>
        </pc:sldLayoutChg>
        <pc:sldLayoutChg chg="add">
          <pc:chgData name="Dylan Webb" userId="S::dylan.webb@triosstudent.com::f5743df3-ba19-4fa1-81be-4bf6e54ac1c2" providerId="AD" clId="Web-{9CA364A1-6F3B-C130-EC2D-33530A8D7A1B}" dt="2024-09-10T14:05:37.256" v="2"/>
          <pc:sldLayoutMkLst>
            <pc:docMk/>
            <pc:sldMasterMk cId="972203972" sldId="2147483743"/>
            <pc:sldLayoutMk cId="2949548075" sldId="2147483740"/>
          </pc:sldLayoutMkLst>
        </pc:sldLayoutChg>
        <pc:sldLayoutChg chg="add">
          <pc:chgData name="Dylan Webb" userId="S::dylan.webb@triosstudent.com::f5743df3-ba19-4fa1-81be-4bf6e54ac1c2" providerId="AD" clId="Web-{9CA364A1-6F3B-C130-EC2D-33530A8D7A1B}" dt="2024-09-10T14:05:37.256" v="2"/>
          <pc:sldLayoutMkLst>
            <pc:docMk/>
            <pc:sldMasterMk cId="972203972" sldId="2147483743"/>
            <pc:sldLayoutMk cId="2837975626" sldId="2147483741"/>
          </pc:sldLayoutMkLst>
        </pc:sldLayoutChg>
        <pc:sldLayoutChg chg="add">
          <pc:chgData name="Dylan Webb" userId="S::dylan.webb@triosstudent.com::f5743df3-ba19-4fa1-81be-4bf6e54ac1c2" providerId="AD" clId="Web-{9CA364A1-6F3B-C130-EC2D-33530A8D7A1B}" dt="2024-09-10T14:05:37.256" v="2"/>
          <pc:sldLayoutMkLst>
            <pc:docMk/>
            <pc:sldMasterMk cId="972203972" sldId="2147483743"/>
            <pc:sldLayoutMk cId="1448025785" sldId="2147483742"/>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058BF-C5E1-4B52-BD8A-FD1AD5779347}"/>
              </a:ext>
            </a:extLst>
          </p:cNvPr>
          <p:cNvSpPr>
            <a:spLocks noGrp="1"/>
          </p:cNvSpPr>
          <p:nvPr>
            <p:ph type="ctrTitle"/>
          </p:nvPr>
        </p:nvSpPr>
        <p:spPr>
          <a:xfrm>
            <a:off x="1524000" y="1122363"/>
            <a:ext cx="9144000" cy="2387600"/>
          </a:xfrm>
        </p:spPr>
        <p:txBody>
          <a:bodyPr anchor="b"/>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FCD51F7-3CC3-4BB7-8291-B1789482E8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FD320447-D6C7-43E1-AE88-1FB66CC9C55E}"/>
              </a:ext>
            </a:extLst>
          </p:cNvPr>
          <p:cNvSpPr>
            <a:spLocks noGrp="1"/>
          </p:cNvSpPr>
          <p:nvPr>
            <p:ph type="dt" sz="half" idx="10"/>
          </p:nvPr>
        </p:nvSpPr>
        <p:spPr/>
        <p:txBody>
          <a:bodyPr/>
          <a:lstStyle/>
          <a:p>
            <a:fld id="{C43A76A3-ADC8-4477-8FC1-B9DD55D84908}" type="datetime1">
              <a:rPr lang="en-US" smtClean="0"/>
              <a:t>9/10/2024</a:t>
            </a:fld>
            <a:endParaRPr lang="en-US" dirty="0"/>
          </a:p>
        </p:txBody>
      </p:sp>
      <p:sp>
        <p:nvSpPr>
          <p:cNvPr id="5" name="Footer Placeholder 4">
            <a:extLst>
              <a:ext uri="{FF2B5EF4-FFF2-40B4-BE49-F238E27FC236}">
                <a16:creationId xmlns:a16="http://schemas.microsoft.com/office/drawing/2014/main" id="{6F5E17B6-E7FC-473A-8D5F-0E6B838EA7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4AF4E0-FDDB-42B9-862C-7BBC501CDAC5}"/>
              </a:ext>
            </a:extLst>
          </p:cNvPr>
          <p:cNvSpPr>
            <a:spLocks noGrp="1"/>
          </p:cNvSpPr>
          <p:nvPr>
            <p:ph type="sldNum" sz="quarter" idx="12"/>
          </p:nvPr>
        </p:nvSpPr>
        <p:spPr/>
        <p:txBody>
          <a:bodyPr/>
          <a:lstStyle/>
          <a:p>
            <a:fld id="{35747434-7036-48DB-A148-6B3D8EE75CDA}" type="slidenum">
              <a:rPr lang="en-US" smtClean="0"/>
              <a:t>‹#›</a:t>
            </a:fld>
            <a:endParaRPr lang="en-US" dirty="0"/>
          </a:p>
        </p:txBody>
      </p:sp>
    </p:spTree>
    <p:extLst>
      <p:ext uri="{BB962C8B-B14F-4D97-AF65-F5344CB8AC3E}">
        <p14:creationId xmlns:p14="http://schemas.microsoft.com/office/powerpoint/2010/main" val="32257428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736C8-0B4F-4655-A630-0B1D2540B7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78B888-85E0-4D92-903E-C3FE7E870D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648916-250B-4232-BD7D-571FDE79F5E7}"/>
              </a:ext>
            </a:extLst>
          </p:cNvPr>
          <p:cNvSpPr>
            <a:spLocks noGrp="1"/>
          </p:cNvSpPr>
          <p:nvPr>
            <p:ph type="dt" sz="half" idx="10"/>
          </p:nvPr>
        </p:nvSpPr>
        <p:spPr/>
        <p:txBody>
          <a:bodyPr/>
          <a:lstStyle/>
          <a:p>
            <a:fld id="{DE7F49BE-398D-479A-8A7E-5DDBCA61EDCB}" type="datetime1">
              <a:rPr lang="en-US" smtClean="0"/>
              <a:t>9/10/2024</a:t>
            </a:fld>
            <a:endParaRPr lang="en-US"/>
          </a:p>
        </p:txBody>
      </p:sp>
      <p:sp>
        <p:nvSpPr>
          <p:cNvPr id="5" name="Footer Placeholder 4">
            <a:extLst>
              <a:ext uri="{FF2B5EF4-FFF2-40B4-BE49-F238E27FC236}">
                <a16:creationId xmlns:a16="http://schemas.microsoft.com/office/drawing/2014/main" id="{B6A8BFB4-647C-4104-B6D4-3346051C36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0FA73F-2BE8-4370-AE90-58F4CE51FC51}"/>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553283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1446D-9FAC-4157-A41A-51675C8BE929}"/>
              </a:ext>
            </a:extLst>
          </p:cNvPr>
          <p:cNvSpPr>
            <a:spLocks noGrp="1"/>
          </p:cNvSpPr>
          <p:nvPr>
            <p:ph type="title"/>
          </p:nvPr>
        </p:nvSpPr>
        <p:spPr>
          <a:xfrm>
            <a:off x="777240" y="1709738"/>
            <a:ext cx="10570210" cy="2758895"/>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2AF8D4A-8F93-4399-9546-64F286400D24}"/>
              </a:ext>
            </a:extLst>
          </p:cNvPr>
          <p:cNvSpPr>
            <a:spLocks noGrp="1"/>
          </p:cNvSpPr>
          <p:nvPr>
            <p:ph type="body" idx="1"/>
          </p:nvPr>
        </p:nvSpPr>
        <p:spPr>
          <a:xfrm>
            <a:off x="777240" y="4589463"/>
            <a:ext cx="10570210" cy="1500187"/>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9C2FD4-BF96-470C-8247-20DFAE1CF870}"/>
              </a:ext>
            </a:extLst>
          </p:cNvPr>
          <p:cNvSpPr>
            <a:spLocks noGrp="1"/>
          </p:cNvSpPr>
          <p:nvPr>
            <p:ph type="dt" sz="half" idx="10"/>
          </p:nvPr>
        </p:nvSpPr>
        <p:spPr/>
        <p:txBody>
          <a:bodyPr/>
          <a:lstStyle/>
          <a:p>
            <a:fld id="{CCD0C193-4974-4A1F-9C63-07D595E30D66}" type="datetime1">
              <a:rPr lang="en-US" smtClean="0"/>
              <a:t>9/10/2024</a:t>
            </a:fld>
            <a:endParaRPr lang="en-US"/>
          </a:p>
        </p:txBody>
      </p:sp>
      <p:sp>
        <p:nvSpPr>
          <p:cNvPr id="5" name="Footer Placeholder 4">
            <a:extLst>
              <a:ext uri="{FF2B5EF4-FFF2-40B4-BE49-F238E27FC236}">
                <a16:creationId xmlns:a16="http://schemas.microsoft.com/office/drawing/2014/main" id="{27175A2D-86C4-4467-BAB8-E9ED004D2C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442A4D-D9B2-4C82-95E4-B86F9F5F3802}"/>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40692209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6B3AA-8C30-429E-B934-AF12204387B9}"/>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915834E-691F-4728-88F5-A0C4696695EB}"/>
              </a:ext>
            </a:extLst>
          </p:cNvPr>
          <p:cNvSpPr>
            <a:spLocks noGrp="1"/>
          </p:cNvSpPr>
          <p:nvPr>
            <p:ph sz="half" idx="1"/>
          </p:nvPr>
        </p:nvSpPr>
        <p:spPr>
          <a:xfrm>
            <a:off x="777240" y="1825625"/>
            <a:ext cx="52425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3876374-880F-4E25-9F88-79E3C1AB1F9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119BD69-B509-4FCE-95A8-ED03FFC8CC3C}"/>
              </a:ext>
            </a:extLst>
          </p:cNvPr>
          <p:cNvSpPr>
            <a:spLocks noGrp="1"/>
          </p:cNvSpPr>
          <p:nvPr>
            <p:ph type="dt" sz="half" idx="10"/>
          </p:nvPr>
        </p:nvSpPr>
        <p:spPr/>
        <p:txBody>
          <a:bodyPr/>
          <a:lstStyle/>
          <a:p>
            <a:fld id="{701AA87F-28D4-4BF0-B81F-877A89DFD5AC}" type="datetime1">
              <a:rPr lang="en-US" smtClean="0"/>
              <a:t>9/10/2024</a:t>
            </a:fld>
            <a:endParaRPr lang="en-US"/>
          </a:p>
        </p:txBody>
      </p:sp>
      <p:sp>
        <p:nvSpPr>
          <p:cNvPr id="6" name="Footer Placeholder 5">
            <a:extLst>
              <a:ext uri="{FF2B5EF4-FFF2-40B4-BE49-F238E27FC236}">
                <a16:creationId xmlns:a16="http://schemas.microsoft.com/office/drawing/2014/main" id="{DB7C287B-AE5B-490B-BF81-A50D7A2E87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3C2246-303C-4A29-B6EA-E62CEDE6C2A1}"/>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2348111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2FE79-D5BE-43E8-B6C5-2675B7F4D818}"/>
              </a:ext>
            </a:extLst>
          </p:cNvPr>
          <p:cNvSpPr>
            <a:spLocks noGrp="1"/>
          </p:cNvSpPr>
          <p:nvPr>
            <p:ph type="title"/>
          </p:nvPr>
        </p:nvSpPr>
        <p:spPr>
          <a:xfrm>
            <a:off x="777240" y="365125"/>
            <a:ext cx="10578148"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69D3A07-BA51-4113-902E-830A887D2394}"/>
              </a:ext>
            </a:extLst>
          </p:cNvPr>
          <p:cNvSpPr>
            <a:spLocks noGrp="1"/>
          </p:cNvSpPr>
          <p:nvPr>
            <p:ph type="body" idx="1"/>
          </p:nvPr>
        </p:nvSpPr>
        <p:spPr>
          <a:xfrm>
            <a:off x="777240" y="1801812"/>
            <a:ext cx="5220335" cy="9350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E320A9-E274-4E1B-B02D-9A3F510A1F22}"/>
              </a:ext>
            </a:extLst>
          </p:cNvPr>
          <p:cNvSpPr>
            <a:spLocks noGrp="1"/>
          </p:cNvSpPr>
          <p:nvPr>
            <p:ph sz="half" idx="2"/>
          </p:nvPr>
        </p:nvSpPr>
        <p:spPr>
          <a:xfrm>
            <a:off x="777240" y="2825749"/>
            <a:ext cx="5220335" cy="3363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DBE80D3A-C2A8-4B78-B7E2-4908C74B1C43}"/>
              </a:ext>
            </a:extLst>
          </p:cNvPr>
          <p:cNvSpPr>
            <a:spLocks noGrp="1"/>
          </p:cNvSpPr>
          <p:nvPr>
            <p:ph type="body" sz="quarter" idx="3"/>
          </p:nvPr>
        </p:nvSpPr>
        <p:spPr>
          <a:xfrm>
            <a:off x="6172200" y="1801812"/>
            <a:ext cx="5183188" cy="9350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5D84DD-9460-4B08-86AD-27486A940047}"/>
              </a:ext>
            </a:extLst>
          </p:cNvPr>
          <p:cNvSpPr>
            <a:spLocks noGrp="1"/>
          </p:cNvSpPr>
          <p:nvPr>
            <p:ph sz="quarter" idx="4"/>
          </p:nvPr>
        </p:nvSpPr>
        <p:spPr>
          <a:xfrm>
            <a:off x="6172200" y="2825749"/>
            <a:ext cx="5183188" cy="3363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4B0B7F8-282C-4210-AE7D-F35228BAC803}"/>
              </a:ext>
            </a:extLst>
          </p:cNvPr>
          <p:cNvSpPr>
            <a:spLocks noGrp="1"/>
          </p:cNvSpPr>
          <p:nvPr>
            <p:ph type="dt" sz="half" idx="10"/>
          </p:nvPr>
        </p:nvSpPr>
        <p:spPr/>
        <p:txBody>
          <a:bodyPr/>
          <a:lstStyle/>
          <a:p>
            <a:fld id="{A8A9F1F3-208B-49A3-B337-9C8ACEB3E0E1}" type="datetime1">
              <a:rPr lang="en-US" smtClean="0"/>
              <a:t>9/10/2024</a:t>
            </a:fld>
            <a:endParaRPr lang="en-US"/>
          </a:p>
        </p:txBody>
      </p:sp>
      <p:sp>
        <p:nvSpPr>
          <p:cNvPr id="8" name="Footer Placeholder 7">
            <a:extLst>
              <a:ext uri="{FF2B5EF4-FFF2-40B4-BE49-F238E27FC236}">
                <a16:creationId xmlns:a16="http://schemas.microsoft.com/office/drawing/2014/main" id="{FAE343A9-1067-4DCF-BACC-1F7F3805022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F84E471-04DB-4DB5-8CC5-16B3FC88509D}"/>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5431720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D87C0-272E-4E50-A316-78079B2B923E}"/>
              </a:ext>
            </a:extLst>
          </p:cNvPr>
          <p:cNvSpPr>
            <a:spLocks noGrp="1"/>
          </p:cNvSpPr>
          <p:nvPr>
            <p:ph type="title"/>
          </p:nvPr>
        </p:nvSpPr>
        <p:spPr>
          <a:xfrm>
            <a:off x="777240" y="365125"/>
            <a:ext cx="10659110" cy="1325563"/>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F906C1C9-1F69-432A-858C-D828B56E1659}"/>
              </a:ext>
            </a:extLst>
          </p:cNvPr>
          <p:cNvSpPr>
            <a:spLocks noGrp="1"/>
          </p:cNvSpPr>
          <p:nvPr>
            <p:ph type="dt" sz="half" idx="10"/>
          </p:nvPr>
        </p:nvSpPr>
        <p:spPr/>
        <p:txBody>
          <a:bodyPr/>
          <a:lstStyle/>
          <a:p>
            <a:fld id="{27AF6CA6-7293-4AA2-A0E0-A3BF4416E786}" type="datetime1">
              <a:rPr lang="en-US" smtClean="0"/>
              <a:t>9/10/2024</a:t>
            </a:fld>
            <a:endParaRPr lang="en-US"/>
          </a:p>
        </p:txBody>
      </p:sp>
      <p:sp>
        <p:nvSpPr>
          <p:cNvPr id="4" name="Footer Placeholder 3">
            <a:extLst>
              <a:ext uri="{FF2B5EF4-FFF2-40B4-BE49-F238E27FC236}">
                <a16:creationId xmlns:a16="http://schemas.microsoft.com/office/drawing/2014/main" id="{BD6D9A1B-D149-4B97-B161-3D7C9ADBCF7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B3722F-8C88-4E54-8CD6-12D31A05F813}"/>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0971248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E1B4EE-6DFC-45F3-9174-D913EB57CB9D}"/>
              </a:ext>
            </a:extLst>
          </p:cNvPr>
          <p:cNvSpPr>
            <a:spLocks noGrp="1"/>
          </p:cNvSpPr>
          <p:nvPr>
            <p:ph type="dt" sz="half" idx="10"/>
          </p:nvPr>
        </p:nvSpPr>
        <p:spPr/>
        <p:txBody>
          <a:bodyPr/>
          <a:lstStyle/>
          <a:p>
            <a:fld id="{98D87016-7BCD-46FB-8EE3-AB6C369108B4}" type="datetime1">
              <a:rPr lang="en-US" smtClean="0"/>
              <a:t>9/10/2024</a:t>
            </a:fld>
            <a:endParaRPr lang="en-US"/>
          </a:p>
        </p:txBody>
      </p:sp>
      <p:sp>
        <p:nvSpPr>
          <p:cNvPr id="3" name="Footer Placeholder 2">
            <a:extLst>
              <a:ext uri="{FF2B5EF4-FFF2-40B4-BE49-F238E27FC236}">
                <a16:creationId xmlns:a16="http://schemas.microsoft.com/office/drawing/2014/main" id="{0BF7F7DC-6DDE-4337-AD27-BBE7D54224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CC58EA9-3AC4-421E-B133-1FA7757DF8BA}"/>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39424266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035BB-74CC-43E9-B71F-A5C05D17EB78}"/>
              </a:ext>
            </a:extLst>
          </p:cNvPr>
          <p:cNvSpPr>
            <a:spLocks noGrp="1"/>
          </p:cNvSpPr>
          <p:nvPr>
            <p:ph type="title"/>
          </p:nvPr>
        </p:nvSpPr>
        <p:spPr>
          <a:xfrm>
            <a:off x="777240" y="457200"/>
            <a:ext cx="3994785" cy="2501900"/>
          </a:xfrm>
        </p:spPr>
        <p:txBody>
          <a:bodyPr anchor="b">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CAADC9E-7845-4DB1-87E3-6FBFB2B03B8A}"/>
              </a:ext>
            </a:extLst>
          </p:cNvPr>
          <p:cNvSpPr>
            <a:spLocks noGrp="1"/>
          </p:cNvSpPr>
          <p:nvPr>
            <p:ph idx="1"/>
          </p:nvPr>
        </p:nvSpPr>
        <p:spPr>
          <a:xfrm>
            <a:off x="5183188" y="457201"/>
            <a:ext cx="6172200" cy="540385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5C925A8-2A07-43B9-B549-061F3684986B}"/>
              </a:ext>
            </a:extLst>
          </p:cNvPr>
          <p:cNvSpPr>
            <a:spLocks noGrp="1"/>
          </p:cNvSpPr>
          <p:nvPr>
            <p:ph type="body" sz="half" idx="2"/>
          </p:nvPr>
        </p:nvSpPr>
        <p:spPr>
          <a:xfrm>
            <a:off x="777240" y="3092450"/>
            <a:ext cx="3994785" cy="277653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1A9037-0564-43A1-8156-1D9932E1F85F}"/>
              </a:ext>
            </a:extLst>
          </p:cNvPr>
          <p:cNvSpPr>
            <a:spLocks noGrp="1"/>
          </p:cNvSpPr>
          <p:nvPr>
            <p:ph type="dt" sz="half" idx="10"/>
          </p:nvPr>
        </p:nvSpPr>
        <p:spPr/>
        <p:txBody>
          <a:bodyPr/>
          <a:lstStyle/>
          <a:p>
            <a:fld id="{A1547011-1FFC-4EF8-9A2E-53B4AD2ADBD4}" type="datetime1">
              <a:rPr lang="en-US" smtClean="0"/>
              <a:t>9/10/2024</a:t>
            </a:fld>
            <a:endParaRPr lang="en-US"/>
          </a:p>
        </p:txBody>
      </p:sp>
      <p:sp>
        <p:nvSpPr>
          <p:cNvPr id="6" name="Footer Placeholder 5">
            <a:extLst>
              <a:ext uri="{FF2B5EF4-FFF2-40B4-BE49-F238E27FC236}">
                <a16:creationId xmlns:a16="http://schemas.microsoft.com/office/drawing/2014/main" id="{CBFF0D40-D0E1-49C9-BE47-91BBC50AB2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D129BD-890D-412E-9805-D29F4A0D3622}"/>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30747060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8ADB4-BA7B-42C2-9C6C-58B2763F8617}"/>
              </a:ext>
            </a:extLst>
          </p:cNvPr>
          <p:cNvSpPr>
            <a:spLocks noGrp="1"/>
          </p:cNvSpPr>
          <p:nvPr>
            <p:ph type="title"/>
          </p:nvPr>
        </p:nvSpPr>
        <p:spPr>
          <a:xfrm>
            <a:off x="777240" y="457200"/>
            <a:ext cx="3994785" cy="2505456"/>
          </a:xfrm>
        </p:spPr>
        <p:txBody>
          <a:bodyPr anchor="b"/>
          <a:lstStyle>
            <a:lvl1pPr>
              <a:defRPr sz="4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E9519B58-B546-4E6B-BE00-3D1D64DA8699}"/>
              </a:ext>
            </a:extLst>
          </p:cNvPr>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3FAA0AB8-41A9-4548-9B83-3EFF79A00793}"/>
              </a:ext>
            </a:extLst>
          </p:cNvPr>
          <p:cNvSpPr>
            <a:spLocks noGrp="1"/>
          </p:cNvSpPr>
          <p:nvPr>
            <p:ph type="body" sz="half" idx="2"/>
          </p:nvPr>
        </p:nvSpPr>
        <p:spPr>
          <a:xfrm>
            <a:off x="777240" y="3081275"/>
            <a:ext cx="3994785" cy="2779776"/>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BB33ED-A015-4992-A004-33D41CFFADA1}"/>
              </a:ext>
            </a:extLst>
          </p:cNvPr>
          <p:cNvSpPr>
            <a:spLocks noGrp="1"/>
          </p:cNvSpPr>
          <p:nvPr>
            <p:ph type="dt" sz="half" idx="10"/>
          </p:nvPr>
        </p:nvSpPr>
        <p:spPr/>
        <p:txBody>
          <a:bodyPr/>
          <a:lstStyle/>
          <a:p>
            <a:fld id="{9562EB47-45B4-4EF5-A743-B4885DD2F060}" type="datetime1">
              <a:rPr lang="en-US" smtClean="0"/>
              <a:t>9/10/2024</a:t>
            </a:fld>
            <a:endParaRPr lang="en-US"/>
          </a:p>
        </p:txBody>
      </p:sp>
      <p:sp>
        <p:nvSpPr>
          <p:cNvPr id="6" name="Footer Placeholder 5">
            <a:extLst>
              <a:ext uri="{FF2B5EF4-FFF2-40B4-BE49-F238E27FC236}">
                <a16:creationId xmlns:a16="http://schemas.microsoft.com/office/drawing/2014/main" id="{D3C29CDA-E85F-47D1-83B7-02A50DEBFD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49625F-5352-4136-8AC4-F8899D00A1A9}"/>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9495480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E922F-6166-4009-A42D-027DC718071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7791CF-167D-446D-9F99-6976C986E2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3CA422-E040-4DE1-9DA5-C8D37C116A7B}"/>
              </a:ext>
            </a:extLst>
          </p:cNvPr>
          <p:cNvSpPr>
            <a:spLocks noGrp="1"/>
          </p:cNvSpPr>
          <p:nvPr>
            <p:ph type="dt" sz="half" idx="10"/>
          </p:nvPr>
        </p:nvSpPr>
        <p:spPr/>
        <p:txBody>
          <a:bodyPr/>
          <a:lstStyle/>
          <a:p>
            <a:fld id="{D6762538-DC4D-4667-96E5-B3278DDF8B12}" type="datetime1">
              <a:rPr lang="en-US" smtClean="0"/>
              <a:t>9/10/2024</a:t>
            </a:fld>
            <a:endParaRPr lang="en-US"/>
          </a:p>
        </p:txBody>
      </p:sp>
      <p:sp>
        <p:nvSpPr>
          <p:cNvPr id="5" name="Footer Placeholder 4">
            <a:extLst>
              <a:ext uri="{FF2B5EF4-FFF2-40B4-BE49-F238E27FC236}">
                <a16:creationId xmlns:a16="http://schemas.microsoft.com/office/drawing/2014/main" id="{6C813B0B-60E7-494E-91CB-055BC26906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48C554-7C1B-4D8F-9B6B-04492656904B}"/>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8379756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C66EF0-6ED8-49A7-BDAD-E20A143FAEA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FCE9CD-90A9-44BA-B293-0662E077DD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57DAE0-05C4-460B-B96D-BD183ED030C4}"/>
              </a:ext>
            </a:extLst>
          </p:cNvPr>
          <p:cNvSpPr>
            <a:spLocks noGrp="1"/>
          </p:cNvSpPr>
          <p:nvPr>
            <p:ph type="dt" sz="half" idx="10"/>
          </p:nvPr>
        </p:nvSpPr>
        <p:spPr/>
        <p:txBody>
          <a:bodyPr/>
          <a:lstStyle/>
          <a:p>
            <a:fld id="{05880548-5C08-4BE3-B63E-F2BB63B0B00C}" type="datetime1">
              <a:rPr lang="en-US" smtClean="0"/>
              <a:t>9/10/2024</a:t>
            </a:fld>
            <a:endParaRPr lang="en-US"/>
          </a:p>
        </p:txBody>
      </p:sp>
      <p:sp>
        <p:nvSpPr>
          <p:cNvPr id="5" name="Footer Placeholder 4">
            <a:extLst>
              <a:ext uri="{FF2B5EF4-FFF2-40B4-BE49-F238E27FC236}">
                <a16:creationId xmlns:a16="http://schemas.microsoft.com/office/drawing/2014/main" id="{33B3CA93-55C9-4AA3-89A0-55490F745B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BFD820-FF26-4325-816F-310C30F80ACC}"/>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4480257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99B5B3C5-A599-465B-B2B9-866E8B2087CE}"/>
              </a:ext>
            </a:extLst>
          </p:cNvPr>
          <p:cNvSpPr/>
          <p:nvPr/>
        </p:nvSpPr>
        <p:spPr>
          <a:xfrm>
            <a:off x="-1" y="-1"/>
            <a:ext cx="12192001"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25C84982-7DD0-43B1-8A2D-BFA4DF1B4E60}"/>
              </a:ext>
            </a:extLst>
          </p:cNvPr>
          <p:cNvSpPr/>
          <p:nvPr/>
        </p:nvSpPr>
        <p:spPr>
          <a:xfrm>
            <a:off x="-1" y="-1"/>
            <a:ext cx="12192001" cy="6858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grpSp>
        <p:nvGrpSpPr>
          <p:cNvPr id="8" name="Decorative Circles">
            <a:extLst>
              <a:ext uri="{FF2B5EF4-FFF2-40B4-BE49-F238E27FC236}">
                <a16:creationId xmlns:a16="http://schemas.microsoft.com/office/drawing/2014/main" id="{1D912E1C-3BBA-42F0-A3EE-FEC382E7230A}"/>
              </a:ext>
            </a:extLst>
          </p:cNvPr>
          <p:cNvGrpSpPr/>
          <p:nvPr/>
        </p:nvGrpSpPr>
        <p:grpSpPr>
          <a:xfrm>
            <a:off x="-1" y="-1"/>
            <a:ext cx="12192001" cy="6858001"/>
            <a:chOff x="-1" y="-1"/>
            <a:chExt cx="12192001" cy="6858001"/>
          </a:xfrm>
        </p:grpSpPr>
        <p:sp>
          <p:nvSpPr>
            <p:cNvPr id="21" name="Oval 20">
              <a:extLst>
                <a:ext uri="{FF2B5EF4-FFF2-40B4-BE49-F238E27FC236}">
                  <a16:creationId xmlns:a16="http://schemas.microsoft.com/office/drawing/2014/main" id="{2FEEAC76-E273-46A8-8F8E-CE59860FE70D}"/>
                </a:ext>
              </a:extLst>
            </p:cNvPr>
            <p:cNvSpPr/>
            <p:nvPr/>
          </p:nvSpPr>
          <p:spPr>
            <a:xfrm>
              <a:off x="209098" y="727602"/>
              <a:ext cx="172408" cy="172408"/>
            </a:xfrm>
            <a:prstGeom prst="ellipse">
              <a:avLst/>
            </a:prstGeom>
            <a:solidFill>
              <a:schemeClr val="accent2">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76594A0E-9400-45AD-A431-1DA1C0B28966}"/>
                </a:ext>
              </a:extLst>
            </p:cNvPr>
            <p:cNvSpPr/>
            <p:nvPr/>
          </p:nvSpPr>
          <p:spPr>
            <a:xfrm>
              <a:off x="949947" y="136523"/>
              <a:ext cx="113367" cy="113367"/>
            </a:xfrm>
            <a:prstGeom prst="ellipse">
              <a:avLst/>
            </a:prstGeom>
            <a:solidFill>
              <a:srgbClr val="F39E29">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20916D6C-D32F-42B6-8512-CD5EDB8F2B9B}"/>
                </a:ext>
              </a:extLst>
            </p:cNvPr>
            <p:cNvSpPr/>
            <p:nvPr/>
          </p:nvSpPr>
          <p:spPr>
            <a:xfrm>
              <a:off x="11575290" y="5859047"/>
              <a:ext cx="305780" cy="305780"/>
            </a:xfrm>
            <a:prstGeom prst="ellipse">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834846D-59C6-40F4-907C-F1A4689B58F1}"/>
                </a:ext>
              </a:extLst>
            </p:cNvPr>
            <p:cNvSpPr/>
            <p:nvPr/>
          </p:nvSpPr>
          <p:spPr>
            <a:xfrm>
              <a:off x="95730" y="1133938"/>
              <a:ext cx="226735" cy="226735"/>
            </a:xfrm>
            <a:prstGeom prst="ellipse">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5A257CDF-2E36-4DC7-8EE4-5CD8F8ECAC87}"/>
                </a:ext>
              </a:extLst>
            </p:cNvPr>
            <p:cNvSpPr/>
            <p:nvPr/>
          </p:nvSpPr>
          <p:spPr>
            <a:xfrm>
              <a:off x="11536830" y="554419"/>
              <a:ext cx="382700" cy="382700"/>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Oval 47">
              <a:extLst>
                <a:ext uri="{FF2B5EF4-FFF2-40B4-BE49-F238E27FC236}">
                  <a16:creationId xmlns:a16="http://schemas.microsoft.com/office/drawing/2014/main" id="{D5B26E0E-A115-4AE2-82D8-76BB93CC494F}"/>
                </a:ext>
              </a:extLst>
            </p:cNvPr>
            <p:cNvSpPr/>
            <p:nvPr/>
          </p:nvSpPr>
          <p:spPr>
            <a:xfrm>
              <a:off x="11224303" y="299808"/>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755058DB-7E01-4E95-BF59-983AA1BBB38E}"/>
                </a:ext>
              </a:extLst>
            </p:cNvPr>
            <p:cNvSpPr/>
            <p:nvPr/>
          </p:nvSpPr>
          <p:spPr>
            <a:xfrm>
              <a:off x="11629630" y="5482355"/>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A810F7E2-23F3-44D6-B09E-71E556536052}"/>
                </a:ext>
              </a:extLst>
            </p:cNvPr>
            <p:cNvSpPr/>
            <p:nvPr/>
          </p:nvSpPr>
          <p:spPr>
            <a:xfrm>
              <a:off x="10415328" y="612495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59D5C391-E1DB-410A-A78C-ED3BBDFF0758}"/>
                </a:ext>
              </a:extLst>
            </p:cNvPr>
            <p:cNvSpPr/>
            <p:nvPr/>
          </p:nvSpPr>
          <p:spPr>
            <a:xfrm>
              <a:off x="10120382" y="6255986"/>
              <a:ext cx="305780" cy="30578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Oval 52">
              <a:extLst>
                <a:ext uri="{FF2B5EF4-FFF2-40B4-BE49-F238E27FC236}">
                  <a16:creationId xmlns:a16="http://schemas.microsoft.com/office/drawing/2014/main" id="{77C4944D-9373-4283-BCAA-927A0316659E}"/>
                </a:ext>
              </a:extLst>
            </p:cNvPr>
            <p:cNvSpPr/>
            <p:nvPr/>
          </p:nvSpPr>
          <p:spPr>
            <a:xfrm>
              <a:off x="9934343" y="6204350"/>
              <a:ext cx="113367" cy="11336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Shape 53">
              <a:extLst>
                <a:ext uri="{FF2B5EF4-FFF2-40B4-BE49-F238E27FC236}">
                  <a16:creationId xmlns:a16="http://schemas.microsoft.com/office/drawing/2014/main" id="{6804C521-2D9F-4CE4-AFD3-D4F1551FEC6A}"/>
                </a:ext>
              </a:extLst>
            </p:cNvPr>
            <p:cNvSpPr/>
            <p:nvPr/>
          </p:nvSpPr>
          <p:spPr>
            <a:xfrm>
              <a:off x="11642244" y="6317718"/>
              <a:ext cx="549756" cy="540282"/>
            </a:xfrm>
            <a:custGeom>
              <a:avLst/>
              <a:gdLst>
                <a:gd name="connsiteX0" fmla="*/ 1224540 w 2115556"/>
                <a:gd name="connsiteY0" fmla="*/ 0 h 2079100"/>
                <a:gd name="connsiteX1" fmla="*/ 2090421 w 2115556"/>
                <a:gd name="connsiteY1" fmla="*/ 358660 h 2079100"/>
                <a:gd name="connsiteX2" fmla="*/ 2115556 w 2115556"/>
                <a:gd name="connsiteY2" fmla="*/ 386315 h 2079100"/>
                <a:gd name="connsiteX3" fmla="*/ 2115556 w 2115556"/>
                <a:gd name="connsiteY3" fmla="*/ 2062765 h 2079100"/>
                <a:gd name="connsiteX4" fmla="*/ 2100710 w 2115556"/>
                <a:gd name="connsiteY4" fmla="*/ 2079100 h 2079100"/>
                <a:gd name="connsiteX5" fmla="*/ 348370 w 2115556"/>
                <a:gd name="connsiteY5" fmla="*/ 2079100 h 2079100"/>
                <a:gd name="connsiteX6" fmla="*/ 279625 w 2115556"/>
                <a:gd name="connsiteY6" fmla="*/ 2003461 h 2079100"/>
                <a:gd name="connsiteX7" fmla="*/ 0 w 2115556"/>
                <a:gd name="connsiteY7" fmla="*/ 1224540 h 2079100"/>
                <a:gd name="connsiteX8" fmla="*/ 1224540 w 2115556"/>
                <a:gd name="connsiteY8" fmla="*/ 0 h 207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5556" h="2079100">
                  <a:moveTo>
                    <a:pt x="1224540" y="0"/>
                  </a:moveTo>
                  <a:cubicBezTo>
                    <a:pt x="1562687" y="0"/>
                    <a:pt x="1868823" y="137062"/>
                    <a:pt x="2090421" y="358660"/>
                  </a:cubicBezTo>
                  <a:lnTo>
                    <a:pt x="2115556" y="386315"/>
                  </a:lnTo>
                  <a:lnTo>
                    <a:pt x="2115556" y="2062765"/>
                  </a:lnTo>
                  <a:lnTo>
                    <a:pt x="2100710" y="2079100"/>
                  </a:lnTo>
                  <a:lnTo>
                    <a:pt x="348370" y="2079100"/>
                  </a:lnTo>
                  <a:lnTo>
                    <a:pt x="279625" y="2003461"/>
                  </a:lnTo>
                  <a:cubicBezTo>
                    <a:pt x="104938" y="1791789"/>
                    <a:pt x="0" y="1520419"/>
                    <a:pt x="0" y="1224540"/>
                  </a:cubicBezTo>
                  <a:cubicBezTo>
                    <a:pt x="0" y="548245"/>
                    <a:pt x="548245" y="0"/>
                    <a:pt x="1224540" y="0"/>
                  </a:cubicBez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56" name="Freeform: Shape 55">
              <a:extLst>
                <a:ext uri="{FF2B5EF4-FFF2-40B4-BE49-F238E27FC236}">
                  <a16:creationId xmlns:a16="http://schemas.microsoft.com/office/drawing/2014/main" id="{755AC65C-13EF-4182-AA3C-62BE165CC033}"/>
                </a:ext>
              </a:extLst>
            </p:cNvPr>
            <p:cNvSpPr/>
            <p:nvPr/>
          </p:nvSpPr>
          <p:spPr>
            <a:xfrm>
              <a:off x="-1" y="-1"/>
              <a:ext cx="510196" cy="538336"/>
            </a:xfrm>
            <a:custGeom>
              <a:avLst/>
              <a:gdLst>
                <a:gd name="connsiteX0" fmla="*/ 0 w 510196"/>
                <a:gd name="connsiteY0" fmla="*/ 0 h 538336"/>
                <a:gd name="connsiteX1" fmla="*/ 459276 w 510196"/>
                <a:gd name="connsiteY1" fmla="*/ 0 h 538336"/>
                <a:gd name="connsiteX2" fmla="*/ 482126 w 510196"/>
                <a:gd name="connsiteY2" fmla="*/ 42098 h 538336"/>
                <a:gd name="connsiteX3" fmla="*/ 510196 w 510196"/>
                <a:gd name="connsiteY3" fmla="*/ 181136 h 538336"/>
                <a:gd name="connsiteX4" fmla="*/ 152996 w 510196"/>
                <a:gd name="connsiteY4" fmla="*/ 538336 h 538336"/>
                <a:gd name="connsiteX5" fmla="*/ 13958 w 510196"/>
                <a:gd name="connsiteY5" fmla="*/ 510266 h 538336"/>
                <a:gd name="connsiteX6" fmla="*/ 0 w 510196"/>
                <a:gd name="connsiteY6" fmla="*/ 502690 h 538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0196" h="538336">
                  <a:moveTo>
                    <a:pt x="0" y="0"/>
                  </a:moveTo>
                  <a:lnTo>
                    <a:pt x="459276" y="0"/>
                  </a:lnTo>
                  <a:lnTo>
                    <a:pt x="482126" y="42098"/>
                  </a:lnTo>
                  <a:cubicBezTo>
                    <a:pt x="500201" y="84833"/>
                    <a:pt x="510196" y="131817"/>
                    <a:pt x="510196" y="181136"/>
                  </a:cubicBezTo>
                  <a:cubicBezTo>
                    <a:pt x="510196" y="378412"/>
                    <a:pt x="350272" y="538336"/>
                    <a:pt x="152996" y="538336"/>
                  </a:cubicBezTo>
                  <a:cubicBezTo>
                    <a:pt x="103677" y="538336"/>
                    <a:pt x="56693" y="528341"/>
                    <a:pt x="13958" y="510266"/>
                  </a:cubicBezTo>
                  <a:lnTo>
                    <a:pt x="0" y="50269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58" name="Freeform: Shape 57">
              <a:extLst>
                <a:ext uri="{FF2B5EF4-FFF2-40B4-BE49-F238E27FC236}">
                  <a16:creationId xmlns:a16="http://schemas.microsoft.com/office/drawing/2014/main" id="{E40DA8D2-FA4B-4282-9D44-48C27B63A153}"/>
                </a:ext>
              </a:extLst>
            </p:cNvPr>
            <p:cNvSpPr/>
            <p:nvPr/>
          </p:nvSpPr>
          <p:spPr>
            <a:xfrm>
              <a:off x="10528695" y="1"/>
              <a:ext cx="554074" cy="282754"/>
            </a:xfrm>
            <a:custGeom>
              <a:avLst/>
              <a:gdLst>
                <a:gd name="connsiteX0" fmla="*/ 644 w 309162"/>
                <a:gd name="connsiteY0" fmla="*/ 0 h 157771"/>
                <a:gd name="connsiteX1" fmla="*/ 308518 w 309162"/>
                <a:gd name="connsiteY1" fmla="*/ 0 h 157771"/>
                <a:gd name="connsiteX2" fmla="*/ 309162 w 309162"/>
                <a:gd name="connsiteY2" fmla="*/ 3190 h 157771"/>
                <a:gd name="connsiteX3" fmla="*/ 154581 w 309162"/>
                <a:gd name="connsiteY3" fmla="*/ 157771 h 157771"/>
                <a:gd name="connsiteX4" fmla="*/ 0 w 309162"/>
                <a:gd name="connsiteY4" fmla="*/ 3190 h 157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162" h="157771">
                  <a:moveTo>
                    <a:pt x="644" y="0"/>
                  </a:moveTo>
                  <a:lnTo>
                    <a:pt x="308518" y="0"/>
                  </a:lnTo>
                  <a:lnTo>
                    <a:pt x="309162" y="3190"/>
                  </a:lnTo>
                  <a:cubicBezTo>
                    <a:pt x="309162" y="88563"/>
                    <a:pt x="239954" y="157771"/>
                    <a:pt x="154581" y="157771"/>
                  </a:cubicBezTo>
                  <a:cubicBezTo>
                    <a:pt x="69208" y="157771"/>
                    <a:pt x="0" y="88563"/>
                    <a:pt x="0" y="3190"/>
                  </a:cubicBez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10" name="Oval 9">
              <a:extLst>
                <a:ext uri="{FF2B5EF4-FFF2-40B4-BE49-F238E27FC236}">
                  <a16:creationId xmlns:a16="http://schemas.microsoft.com/office/drawing/2014/main" id="{99065014-CB18-414D-A527-31ECC45700AB}"/>
                </a:ext>
              </a:extLst>
            </p:cNvPr>
            <p:cNvSpPr/>
            <p:nvPr/>
          </p:nvSpPr>
          <p:spPr>
            <a:xfrm>
              <a:off x="504140" y="1132500"/>
              <a:ext cx="84680" cy="8468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1" name="Freeform: Shape 60">
              <a:extLst>
                <a:ext uri="{FF2B5EF4-FFF2-40B4-BE49-F238E27FC236}">
                  <a16:creationId xmlns:a16="http://schemas.microsoft.com/office/drawing/2014/main" id="{8F39E27A-56C1-4328-8DF1-2DA147C78483}"/>
                </a:ext>
              </a:extLst>
            </p:cNvPr>
            <p:cNvSpPr/>
            <p:nvPr/>
          </p:nvSpPr>
          <p:spPr>
            <a:xfrm>
              <a:off x="12051348" y="5576515"/>
              <a:ext cx="137603" cy="210490"/>
            </a:xfrm>
            <a:custGeom>
              <a:avLst/>
              <a:gdLst>
                <a:gd name="connsiteX0" fmla="*/ 105245 w 137603"/>
                <a:gd name="connsiteY0" fmla="*/ 0 h 210490"/>
                <a:gd name="connsiteX1" fmla="*/ 137603 w 137603"/>
                <a:gd name="connsiteY1" fmla="*/ 6533 h 210490"/>
                <a:gd name="connsiteX2" fmla="*/ 137603 w 137603"/>
                <a:gd name="connsiteY2" fmla="*/ 203957 h 210490"/>
                <a:gd name="connsiteX3" fmla="*/ 105245 w 137603"/>
                <a:gd name="connsiteY3" fmla="*/ 210490 h 210490"/>
                <a:gd name="connsiteX4" fmla="*/ 0 w 137603"/>
                <a:gd name="connsiteY4" fmla="*/ 105245 h 210490"/>
                <a:gd name="connsiteX5" fmla="*/ 105245 w 137603"/>
                <a:gd name="connsiteY5" fmla="*/ 0 h 210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603" h="210490">
                  <a:moveTo>
                    <a:pt x="105245" y="0"/>
                  </a:moveTo>
                  <a:lnTo>
                    <a:pt x="137603" y="6533"/>
                  </a:lnTo>
                  <a:lnTo>
                    <a:pt x="137603" y="203957"/>
                  </a:lnTo>
                  <a:lnTo>
                    <a:pt x="105245" y="210490"/>
                  </a:lnTo>
                  <a:cubicBezTo>
                    <a:pt x="47120" y="210490"/>
                    <a:pt x="0" y="163370"/>
                    <a:pt x="0" y="105245"/>
                  </a:cubicBezTo>
                  <a:cubicBezTo>
                    <a:pt x="0" y="47120"/>
                    <a:pt x="47120" y="0"/>
                    <a:pt x="105245"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grpSp>
      <p:sp>
        <p:nvSpPr>
          <p:cNvPr id="4" name="Date Placeholder 3">
            <a:extLst>
              <a:ext uri="{FF2B5EF4-FFF2-40B4-BE49-F238E27FC236}">
                <a16:creationId xmlns:a16="http://schemas.microsoft.com/office/drawing/2014/main" id="{442C5EC6-E331-4312-AC12-56D55F7D2B15}"/>
              </a:ext>
            </a:extLst>
          </p:cNvPr>
          <p:cNvSpPr>
            <a:spLocks noGrp="1"/>
          </p:cNvSpPr>
          <p:nvPr>
            <p:ph type="dt" sz="half" idx="2"/>
          </p:nvPr>
        </p:nvSpPr>
        <p:spPr>
          <a:xfrm>
            <a:off x="777240" y="6488268"/>
            <a:ext cx="2743200" cy="233209"/>
          </a:xfrm>
          <a:prstGeom prst="rect">
            <a:avLst/>
          </a:prstGeom>
        </p:spPr>
        <p:txBody>
          <a:bodyPr vert="horz" lIns="91440" tIns="45720" rIns="91440" bIns="45720" rtlCol="0" anchor="ctr"/>
          <a:lstStyle>
            <a:lvl1pPr algn="l">
              <a:defRPr sz="1000">
                <a:solidFill>
                  <a:schemeClr val="tx1">
                    <a:tint val="75000"/>
                  </a:schemeClr>
                </a:solidFill>
              </a:defRPr>
            </a:lvl1pPr>
          </a:lstStyle>
          <a:p>
            <a:fld id="{4A8D24A4-5FEC-4062-8995-EB21925B3B40}" type="datetime1">
              <a:rPr lang="en-US" smtClean="0"/>
              <a:t>9/10/2024</a:t>
            </a:fld>
            <a:endParaRPr lang="en-US" sz="1000" dirty="0"/>
          </a:p>
        </p:txBody>
      </p:sp>
      <p:sp>
        <p:nvSpPr>
          <p:cNvPr id="5" name="Footer Placeholder 4">
            <a:extLst>
              <a:ext uri="{FF2B5EF4-FFF2-40B4-BE49-F238E27FC236}">
                <a16:creationId xmlns:a16="http://schemas.microsoft.com/office/drawing/2014/main" id="{3337FC5D-92B2-4B4D-8111-6EDEF280692A}"/>
              </a:ext>
            </a:extLst>
          </p:cNvPr>
          <p:cNvSpPr>
            <a:spLocks noGrp="1"/>
          </p:cNvSpPr>
          <p:nvPr>
            <p:ph type="ftr" sz="quarter" idx="3"/>
          </p:nvPr>
        </p:nvSpPr>
        <p:spPr>
          <a:xfrm>
            <a:off x="4038600" y="6488268"/>
            <a:ext cx="4114800" cy="233209"/>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sz="1000"/>
          </a:p>
        </p:txBody>
      </p:sp>
      <p:sp>
        <p:nvSpPr>
          <p:cNvPr id="6" name="Slide Number Placeholder 5">
            <a:extLst>
              <a:ext uri="{FF2B5EF4-FFF2-40B4-BE49-F238E27FC236}">
                <a16:creationId xmlns:a16="http://schemas.microsoft.com/office/drawing/2014/main" id="{723A104D-C777-4A6E-8A43-F94028E5E311}"/>
              </a:ext>
            </a:extLst>
          </p:cNvPr>
          <p:cNvSpPr>
            <a:spLocks noGrp="1"/>
          </p:cNvSpPr>
          <p:nvPr>
            <p:ph type="sldNum" sz="quarter" idx="4"/>
          </p:nvPr>
        </p:nvSpPr>
        <p:spPr>
          <a:xfrm>
            <a:off x="8693150" y="6488268"/>
            <a:ext cx="2743200" cy="233209"/>
          </a:xfrm>
          <a:prstGeom prst="rect">
            <a:avLst/>
          </a:prstGeom>
        </p:spPr>
        <p:txBody>
          <a:bodyPr vert="horz" lIns="91440" tIns="45720" rIns="91440" bIns="45720" rtlCol="0" anchor="ctr"/>
          <a:lstStyle>
            <a:lvl1pPr algn="r">
              <a:defRPr sz="1000">
                <a:solidFill>
                  <a:schemeClr val="tx1">
                    <a:tint val="75000"/>
                  </a:schemeClr>
                </a:solidFill>
              </a:defRPr>
            </a:lvl1pPr>
          </a:lstStyle>
          <a:p>
            <a:fld id="{35747434-7036-48DB-A148-6B3D8EE75CDA}" type="slidenum">
              <a:rPr lang="en-US" smtClean="0"/>
              <a:pPr/>
              <a:t>‹#›</a:t>
            </a:fld>
            <a:endParaRPr lang="en-US" sz="1000" dirty="0"/>
          </a:p>
        </p:txBody>
      </p:sp>
      <p:sp>
        <p:nvSpPr>
          <p:cNvPr id="2" name="Title Placeholder 1">
            <a:extLst>
              <a:ext uri="{FF2B5EF4-FFF2-40B4-BE49-F238E27FC236}">
                <a16:creationId xmlns:a16="http://schemas.microsoft.com/office/drawing/2014/main" id="{12D3A74F-6169-4D30-A245-B46D738BEA81}"/>
              </a:ext>
            </a:extLst>
          </p:cNvPr>
          <p:cNvSpPr>
            <a:spLocks noGrp="1"/>
          </p:cNvSpPr>
          <p:nvPr>
            <p:ph type="title"/>
          </p:nvPr>
        </p:nvSpPr>
        <p:spPr>
          <a:xfrm>
            <a:off x="777240" y="365125"/>
            <a:ext cx="1065911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3877E64-7A05-44DA-81FA-6EF4806BBF0E}"/>
              </a:ext>
            </a:extLst>
          </p:cNvPr>
          <p:cNvSpPr>
            <a:spLocks noGrp="1"/>
          </p:cNvSpPr>
          <p:nvPr>
            <p:ph type="body" idx="1"/>
          </p:nvPr>
        </p:nvSpPr>
        <p:spPr>
          <a:xfrm>
            <a:off x="777240" y="1825625"/>
            <a:ext cx="1065911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72203972"/>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Lst>
  <p:hf sldNum="0" hdr="0" ftr="0" dt="0"/>
  <p:txStyles>
    <p:titleStyle>
      <a:lvl1pPr algn="l" defTabSz="914400" rtl="0" eaLnBrk="1" latinLnBrk="0" hangingPunct="1">
        <a:lnSpc>
          <a:spcPct val="90000"/>
        </a:lnSpc>
        <a:spcBef>
          <a:spcPct val="0"/>
        </a:spcBef>
        <a:buNone/>
        <a:defRPr sz="5400"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2">
            <a:lumMod val="75000"/>
            <a:lumOff val="25000"/>
          </a:schemeClr>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33E0473-C315-42D8-A82A-A2FE49DC67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D23A251-68F2-43E5-812B-4BBAE1AF5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chemeClr val="bg1"/>
              </a:solidFill>
              <a:latin typeface="+mj-lt"/>
            </a:endParaRPr>
          </a:p>
        </p:txBody>
      </p:sp>
      <p:pic>
        <p:nvPicPr>
          <p:cNvPr id="4" name="Picture 3">
            <a:extLst>
              <a:ext uri="{FF2B5EF4-FFF2-40B4-BE49-F238E27FC236}">
                <a16:creationId xmlns:a16="http://schemas.microsoft.com/office/drawing/2014/main" id="{3BB6868F-3D99-9F2D-C105-12E2EA6A1D7B}"/>
              </a:ext>
            </a:extLst>
          </p:cNvPr>
          <p:cNvPicPr>
            <a:picLocks noChangeAspect="1"/>
          </p:cNvPicPr>
          <p:nvPr/>
        </p:nvPicPr>
        <p:blipFill>
          <a:blip r:embed="rId2">
            <a:alphaModFix amt="40000"/>
          </a:blip>
          <a:srcRect t="5733" r="6" b="21480"/>
          <a:stretch/>
        </p:blipFill>
        <p:spPr>
          <a:xfrm>
            <a:off x="1525" y="10"/>
            <a:ext cx="12188951" cy="6857990"/>
          </a:xfrm>
          <a:prstGeom prst="rect">
            <a:avLst/>
          </a:prstGeom>
        </p:spPr>
      </p:pic>
      <p:grpSp>
        <p:nvGrpSpPr>
          <p:cNvPr id="13" name="decorative circle">
            <a:extLst>
              <a:ext uri="{FF2B5EF4-FFF2-40B4-BE49-F238E27FC236}">
                <a16:creationId xmlns:a16="http://schemas.microsoft.com/office/drawing/2014/main" id="{0350AF23-2606-421F-AB7B-23D9B48F3E9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4102" y="236341"/>
            <a:ext cx="11340713" cy="5464029"/>
            <a:chOff x="314102" y="236341"/>
            <a:chExt cx="11340713" cy="5464029"/>
          </a:xfrm>
        </p:grpSpPr>
        <p:sp>
          <p:nvSpPr>
            <p:cNvPr id="14" name="Oval 13">
              <a:extLst>
                <a:ext uri="{FF2B5EF4-FFF2-40B4-BE49-F238E27FC236}">
                  <a16:creationId xmlns:a16="http://schemas.microsoft.com/office/drawing/2014/main" id="{526A544A-3C76-4502-A741-F4DB0E2CD2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0448" y="3803994"/>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017B8593-D171-47B5-8D1A-E34E7B1384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4102" y="3044381"/>
              <a:ext cx="226735" cy="226735"/>
            </a:xfrm>
            <a:prstGeom prst="ellipse">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1FEF60D4-64F6-450F-B86D-383EEA1C84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88374" y="386135"/>
              <a:ext cx="466441" cy="466441"/>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A97D4A7C-B520-46CB-9A94-711F53997B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65714" y="236341"/>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2B7B976F-E84B-4936-90D7-C8298A5E7B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1535" y="2516671"/>
              <a:ext cx="466441" cy="46644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DC91FFEC-59DF-4D22-A925-F51520769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30142" y="458803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58931E95-0847-47E4-8AEC-312312A032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02046" y="5394590"/>
              <a:ext cx="305780" cy="30578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3C094915-EF93-49A0-9B90-C44FB9B50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08287" y="5160714"/>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p:cNvSpPr>
            <a:spLocks noGrp="1"/>
          </p:cNvSpPr>
          <p:nvPr>
            <p:ph type="ctrTitle"/>
          </p:nvPr>
        </p:nvSpPr>
        <p:spPr>
          <a:xfrm>
            <a:off x="2562606" y="1122363"/>
            <a:ext cx="7063739" cy="2387600"/>
          </a:xfrm>
        </p:spPr>
        <p:txBody>
          <a:bodyPr>
            <a:normAutofit/>
          </a:bodyPr>
          <a:lstStyle/>
          <a:p>
            <a:r>
              <a:rPr lang="en-US">
                <a:solidFill>
                  <a:srgbClr val="FFFFFF"/>
                </a:solidFill>
              </a:rPr>
              <a:t>Cornell</a:t>
            </a:r>
          </a:p>
        </p:txBody>
      </p:sp>
      <p:sp>
        <p:nvSpPr>
          <p:cNvPr id="3" name="Subtitle 2"/>
          <p:cNvSpPr>
            <a:spLocks noGrp="1"/>
          </p:cNvSpPr>
          <p:nvPr>
            <p:ph type="subTitle" idx="1"/>
          </p:nvPr>
        </p:nvSpPr>
        <p:spPr>
          <a:xfrm>
            <a:off x="2562606" y="3602038"/>
            <a:ext cx="7063739" cy="1655762"/>
          </a:xfrm>
        </p:spPr>
        <p:txBody>
          <a:bodyPr vert="horz" lIns="91440" tIns="45720" rIns="91440" bIns="45720" rtlCol="0" anchor="t">
            <a:normAutofit/>
          </a:bodyPr>
          <a:lstStyle/>
          <a:p>
            <a:r>
              <a:rPr lang="en-US" dirty="0">
                <a:solidFill>
                  <a:srgbClr val="FFFFFF"/>
                </a:solidFill>
                <a:ea typeface="Calibri"/>
                <a:cs typeface="Calibri"/>
              </a:rPr>
              <a:t>A project by Nyle, Dylan, Gerald, Chantell, Kosta, and </a:t>
            </a:r>
            <a:r>
              <a:rPr lang="en-US" dirty="0" err="1">
                <a:solidFill>
                  <a:srgbClr val="FFFFFF"/>
                </a:solidFill>
                <a:ea typeface="Calibri"/>
                <a:cs typeface="Calibri"/>
              </a:rPr>
              <a:t>raveena</a:t>
            </a:r>
            <a:endParaRPr lang="en-US" dirty="0" err="1">
              <a:solidFill>
                <a:srgbClr val="FFFFFF"/>
              </a:solidFill>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62349-F2B4-6794-970D-B157E88FB3EF}"/>
              </a:ext>
            </a:extLst>
          </p:cNvPr>
          <p:cNvSpPr>
            <a:spLocks noGrp="1"/>
          </p:cNvSpPr>
          <p:nvPr>
            <p:ph type="title"/>
          </p:nvPr>
        </p:nvSpPr>
        <p:spPr/>
        <p:txBody>
          <a:bodyPr/>
          <a:lstStyle/>
          <a:p>
            <a:r>
              <a:rPr lang="en-US" dirty="0"/>
              <a:t>What is it?</a:t>
            </a:r>
          </a:p>
        </p:txBody>
      </p:sp>
      <p:sp>
        <p:nvSpPr>
          <p:cNvPr id="3" name="Content Placeholder 2">
            <a:extLst>
              <a:ext uri="{FF2B5EF4-FFF2-40B4-BE49-F238E27FC236}">
                <a16:creationId xmlns:a16="http://schemas.microsoft.com/office/drawing/2014/main" id="{FFA1B8CF-AB79-13B6-E65C-9E742D160782}"/>
              </a:ext>
            </a:extLst>
          </p:cNvPr>
          <p:cNvSpPr>
            <a:spLocks noGrp="1"/>
          </p:cNvSpPr>
          <p:nvPr>
            <p:ph idx="1"/>
          </p:nvPr>
        </p:nvSpPr>
        <p:spPr>
          <a:xfrm>
            <a:off x="121194" y="1472928"/>
            <a:ext cx="8007350" cy="4798378"/>
          </a:xfrm>
        </p:spPr>
        <p:txBody>
          <a:bodyPr vert="horz" lIns="91440" tIns="45720" rIns="91440" bIns="45720" rtlCol="0" anchor="t">
            <a:normAutofit/>
          </a:bodyPr>
          <a:lstStyle/>
          <a:p>
            <a:r>
              <a:rPr lang="en-US" sz="2400" dirty="0">
                <a:ea typeface="+mn-lt"/>
                <a:cs typeface="+mn-lt"/>
              </a:rPr>
              <a:t>The Cornell note-taking method was first developed by Walter Pauk, director of Cornell University’s Reading and Study Skills Center. </a:t>
            </a:r>
          </a:p>
          <a:p>
            <a:pPr>
              <a:buClr>
                <a:srgbClr val="6D4277"/>
              </a:buClr>
            </a:pPr>
            <a:r>
              <a:rPr lang="en-US" sz="2400" dirty="0">
                <a:ea typeface="+mn-lt"/>
                <a:cs typeface="+mn-lt"/>
              </a:rPr>
              <a:t>It consists of separating your paper into three unequal sections: a cue/questions column, a note column, and a summary area. </a:t>
            </a:r>
          </a:p>
          <a:p>
            <a:pPr>
              <a:buClr>
                <a:srgbClr val="6D4277"/>
              </a:buClr>
            </a:pPr>
            <a:r>
              <a:rPr lang="en-US" sz="2400" dirty="0">
                <a:ea typeface="+mn-lt"/>
                <a:cs typeface="+mn-lt"/>
              </a:rPr>
              <a:t>This style of note taking is close to the split-page note taking method, however it is more specific in the guidance and the format of the columns.  </a:t>
            </a:r>
            <a:endParaRPr lang="en-US" sz="2400" dirty="0">
              <a:ea typeface="Calibri"/>
              <a:cs typeface="Calibri"/>
            </a:endParaRPr>
          </a:p>
        </p:txBody>
      </p:sp>
      <p:pic>
        <p:nvPicPr>
          <p:cNvPr id="4" name="Picture 3" descr="A close-up of a note&#10;&#10;Description automatically generated">
            <a:extLst>
              <a:ext uri="{FF2B5EF4-FFF2-40B4-BE49-F238E27FC236}">
                <a16:creationId xmlns:a16="http://schemas.microsoft.com/office/drawing/2014/main" id="{742FE94F-DCF9-F5AE-5874-77BFD1905AB6}"/>
              </a:ext>
            </a:extLst>
          </p:cNvPr>
          <p:cNvPicPr>
            <a:picLocks noChangeAspect="1"/>
          </p:cNvPicPr>
          <p:nvPr/>
        </p:nvPicPr>
        <p:blipFill>
          <a:blip r:embed="rId2"/>
          <a:stretch>
            <a:fillRect/>
          </a:stretch>
        </p:blipFill>
        <p:spPr>
          <a:xfrm>
            <a:off x="8112678" y="772160"/>
            <a:ext cx="3962564" cy="5730240"/>
          </a:xfrm>
          <a:prstGeom prst="rect">
            <a:avLst/>
          </a:prstGeom>
        </p:spPr>
      </p:pic>
    </p:spTree>
    <p:extLst>
      <p:ext uri="{BB962C8B-B14F-4D97-AF65-F5344CB8AC3E}">
        <p14:creationId xmlns:p14="http://schemas.microsoft.com/office/powerpoint/2010/main" val="30940187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D0F43-5392-C080-7B51-A34F669FEA21}"/>
              </a:ext>
            </a:extLst>
          </p:cNvPr>
          <p:cNvSpPr>
            <a:spLocks noGrp="1"/>
          </p:cNvSpPr>
          <p:nvPr>
            <p:ph type="title"/>
          </p:nvPr>
        </p:nvSpPr>
        <p:spPr/>
        <p:txBody>
          <a:bodyPr/>
          <a:lstStyle/>
          <a:p>
            <a:r>
              <a:rPr lang="en-US" dirty="0"/>
              <a:t>Advantages</a:t>
            </a:r>
          </a:p>
        </p:txBody>
      </p:sp>
      <p:sp>
        <p:nvSpPr>
          <p:cNvPr id="3" name="Content Placeholder 2">
            <a:extLst>
              <a:ext uri="{FF2B5EF4-FFF2-40B4-BE49-F238E27FC236}">
                <a16:creationId xmlns:a16="http://schemas.microsoft.com/office/drawing/2014/main" id="{DBFCDD91-CCBC-454C-54B5-FE8E7C09606D}"/>
              </a:ext>
            </a:extLst>
          </p:cNvPr>
          <p:cNvSpPr>
            <a:spLocks noGrp="1"/>
          </p:cNvSpPr>
          <p:nvPr>
            <p:ph idx="1"/>
          </p:nvPr>
        </p:nvSpPr>
        <p:spPr>
          <a:xfrm>
            <a:off x="777240" y="1586140"/>
            <a:ext cx="7328082" cy="4928279"/>
          </a:xfrm>
        </p:spPr>
        <p:txBody>
          <a:bodyPr vert="horz" lIns="91440" tIns="45720" rIns="91440" bIns="45720" rtlCol="0" anchor="t">
            <a:normAutofit/>
          </a:bodyPr>
          <a:lstStyle/>
          <a:p>
            <a:r>
              <a:rPr lang="en-US" sz="2800" dirty="0">
                <a:ea typeface="Calibri"/>
                <a:cs typeface="Calibri"/>
              </a:rPr>
              <a:t>Organized and systematic, which makes absorbing content easier</a:t>
            </a:r>
          </a:p>
          <a:p>
            <a:pPr>
              <a:buClr>
                <a:srgbClr val="6D4277"/>
              </a:buClr>
            </a:pPr>
            <a:r>
              <a:rPr lang="en-US" sz="2800" dirty="0">
                <a:ea typeface="Calibri"/>
                <a:cs typeface="Calibri"/>
              </a:rPr>
              <a:t>Beneficial for auditory AND visual learners </a:t>
            </a:r>
          </a:p>
          <a:p>
            <a:pPr>
              <a:buClr>
                <a:srgbClr val="6D4277"/>
              </a:buClr>
            </a:pPr>
            <a:r>
              <a:rPr lang="en-US" sz="2800" dirty="0">
                <a:ea typeface="Calibri"/>
                <a:cs typeface="Calibri"/>
              </a:rPr>
              <a:t>Enhanced comprehension, which promotes efficient review of the content </a:t>
            </a:r>
          </a:p>
          <a:p>
            <a:pPr>
              <a:buClr>
                <a:srgbClr val="6D4277"/>
              </a:buClr>
            </a:pPr>
            <a:r>
              <a:rPr lang="en-US" sz="2800" dirty="0">
                <a:ea typeface="Calibri"/>
                <a:cs typeface="Calibri"/>
              </a:rPr>
              <a:t>Active learning</a:t>
            </a:r>
          </a:p>
          <a:p>
            <a:pPr>
              <a:buClr>
                <a:srgbClr val="6D4277"/>
              </a:buClr>
            </a:pPr>
            <a:endParaRPr lang="en-US" sz="2800" dirty="0">
              <a:ea typeface="Calibri"/>
              <a:cs typeface="Calibri"/>
            </a:endParaRPr>
          </a:p>
          <a:p>
            <a:pPr>
              <a:buClr>
                <a:srgbClr val="6D4277"/>
              </a:buClr>
            </a:pPr>
            <a:endParaRPr lang="en-US" sz="2400" dirty="0">
              <a:ea typeface="Calibri"/>
              <a:cs typeface="Calibri"/>
            </a:endParaRPr>
          </a:p>
          <a:p>
            <a:pPr>
              <a:buClr>
                <a:srgbClr val="6D4277"/>
              </a:buClr>
            </a:pPr>
            <a:endParaRPr lang="en-US" sz="2400" dirty="0"/>
          </a:p>
        </p:txBody>
      </p:sp>
      <p:pic>
        <p:nvPicPr>
          <p:cNvPr id="4" name="Picture 3" descr="A close-up of a note&#10;&#10;Description automatically generated">
            <a:extLst>
              <a:ext uri="{FF2B5EF4-FFF2-40B4-BE49-F238E27FC236}">
                <a16:creationId xmlns:a16="http://schemas.microsoft.com/office/drawing/2014/main" id="{DC57635C-FC70-920A-518E-6580BFB1E4B8}"/>
              </a:ext>
            </a:extLst>
          </p:cNvPr>
          <p:cNvPicPr>
            <a:picLocks noChangeAspect="1"/>
          </p:cNvPicPr>
          <p:nvPr/>
        </p:nvPicPr>
        <p:blipFill>
          <a:blip r:embed="rId2"/>
          <a:stretch>
            <a:fillRect/>
          </a:stretch>
        </p:blipFill>
        <p:spPr>
          <a:xfrm>
            <a:off x="7927258" y="532040"/>
            <a:ext cx="3979254" cy="5802084"/>
          </a:xfrm>
          <a:prstGeom prst="rect">
            <a:avLst/>
          </a:prstGeom>
        </p:spPr>
      </p:pic>
    </p:spTree>
    <p:extLst>
      <p:ext uri="{BB962C8B-B14F-4D97-AF65-F5344CB8AC3E}">
        <p14:creationId xmlns:p14="http://schemas.microsoft.com/office/powerpoint/2010/main" val="42137935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C7934-587F-03B1-3ABF-52EF37CC90B2}"/>
              </a:ext>
            </a:extLst>
          </p:cNvPr>
          <p:cNvSpPr>
            <a:spLocks noGrp="1"/>
          </p:cNvSpPr>
          <p:nvPr>
            <p:ph type="title"/>
          </p:nvPr>
        </p:nvSpPr>
        <p:spPr/>
        <p:txBody>
          <a:bodyPr/>
          <a:lstStyle/>
          <a:p>
            <a:r>
              <a:rPr lang="en-US" dirty="0"/>
              <a:t>Disadvantages</a:t>
            </a:r>
          </a:p>
        </p:txBody>
      </p:sp>
      <p:sp>
        <p:nvSpPr>
          <p:cNvPr id="3" name="Content Placeholder 2">
            <a:extLst>
              <a:ext uri="{FF2B5EF4-FFF2-40B4-BE49-F238E27FC236}">
                <a16:creationId xmlns:a16="http://schemas.microsoft.com/office/drawing/2014/main" id="{5A7E6D24-D791-74CE-7CB4-0DA59C1732D3}"/>
              </a:ext>
            </a:extLst>
          </p:cNvPr>
          <p:cNvSpPr>
            <a:spLocks noGrp="1"/>
          </p:cNvSpPr>
          <p:nvPr>
            <p:ph idx="1"/>
          </p:nvPr>
        </p:nvSpPr>
        <p:spPr>
          <a:xfrm>
            <a:off x="777240" y="1435100"/>
            <a:ext cx="6515735" cy="4551363"/>
          </a:xfrm>
        </p:spPr>
        <p:txBody>
          <a:bodyPr vert="horz" lIns="91440" tIns="45720" rIns="91440" bIns="45720" rtlCol="0" anchor="t">
            <a:noAutofit/>
          </a:bodyPr>
          <a:lstStyle/>
          <a:p>
            <a:r>
              <a:rPr lang="en-US" sz="2400" dirty="0">
                <a:ea typeface="Calibri"/>
                <a:cs typeface="Calibri"/>
              </a:rPr>
              <a:t>Requires more thought in class for accurate organization because if not done neat can be cluttered</a:t>
            </a:r>
          </a:p>
          <a:p>
            <a:pPr>
              <a:buClr>
                <a:srgbClr val="6D4277"/>
              </a:buClr>
            </a:pPr>
            <a:r>
              <a:rPr lang="en-US" sz="2400" dirty="0">
                <a:ea typeface="Calibri"/>
                <a:cs typeface="Calibri"/>
              </a:rPr>
              <a:t>It doesn't lend to diversity of a review attach for maximum learning and question application. </a:t>
            </a:r>
          </a:p>
          <a:p>
            <a:pPr>
              <a:buClr>
                <a:srgbClr val="6D4277"/>
              </a:buClr>
            </a:pPr>
            <a:r>
              <a:rPr lang="en-US" sz="2400" dirty="0">
                <a:ea typeface="Calibri"/>
                <a:cs typeface="Calibri"/>
              </a:rPr>
              <a:t>This system cannot be used if the lecture is too fast as it's time consuming</a:t>
            </a:r>
          </a:p>
          <a:p>
            <a:pPr>
              <a:buClr>
                <a:srgbClr val="6D4277"/>
              </a:buClr>
            </a:pPr>
            <a:r>
              <a:rPr lang="en-US" sz="2400" dirty="0">
                <a:ea typeface="Calibri"/>
                <a:cs typeface="Calibri"/>
              </a:rPr>
              <a:t>Inflexibility [may not suit everyone's note taking style]</a:t>
            </a:r>
            <a:endParaRPr lang="en-US" sz="2400" dirty="0"/>
          </a:p>
          <a:p>
            <a:pPr>
              <a:buClr>
                <a:srgbClr val="6D4277"/>
              </a:buClr>
            </a:pPr>
            <a:endParaRPr lang="en-US"/>
          </a:p>
        </p:txBody>
      </p:sp>
      <p:pic>
        <p:nvPicPr>
          <p:cNvPr id="4" name="Picture 3" descr="A close-up of a note&#10;&#10;Description automatically generated">
            <a:extLst>
              <a:ext uri="{FF2B5EF4-FFF2-40B4-BE49-F238E27FC236}">
                <a16:creationId xmlns:a16="http://schemas.microsoft.com/office/drawing/2014/main" id="{DEF466CD-5C22-8273-3DFF-CB9D4BF15510}"/>
              </a:ext>
            </a:extLst>
          </p:cNvPr>
          <p:cNvPicPr>
            <a:picLocks noChangeAspect="1"/>
          </p:cNvPicPr>
          <p:nvPr/>
        </p:nvPicPr>
        <p:blipFill>
          <a:blip r:embed="rId2"/>
          <a:stretch>
            <a:fillRect/>
          </a:stretch>
        </p:blipFill>
        <p:spPr>
          <a:xfrm>
            <a:off x="7750365" y="615044"/>
            <a:ext cx="4066340" cy="5875562"/>
          </a:xfrm>
          <a:prstGeom prst="rect">
            <a:avLst/>
          </a:prstGeom>
        </p:spPr>
      </p:pic>
    </p:spTree>
    <p:extLst>
      <p:ext uri="{BB962C8B-B14F-4D97-AF65-F5344CB8AC3E}">
        <p14:creationId xmlns:p14="http://schemas.microsoft.com/office/powerpoint/2010/main" val="25216482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4B52E-291A-8730-3463-375A21EAB2D1}"/>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21C77371-5D74-F809-1E8C-A2E0D95D0AE5}"/>
              </a:ext>
            </a:extLst>
          </p:cNvPr>
          <p:cNvSpPr>
            <a:spLocks noGrp="1"/>
          </p:cNvSpPr>
          <p:nvPr>
            <p:ph idx="1"/>
          </p:nvPr>
        </p:nvSpPr>
        <p:spPr/>
        <p:txBody>
          <a:bodyPr vert="horz" lIns="91440" tIns="45720" rIns="91440" bIns="45720" rtlCol="0" anchor="t">
            <a:normAutofit/>
          </a:bodyPr>
          <a:lstStyle/>
          <a:p>
            <a:r>
              <a:rPr lang="en-US" sz="2800" dirty="0">
                <a:ea typeface="Calibri"/>
                <a:cs typeface="Calibri"/>
              </a:rPr>
              <a:t>In Conclusion,  the Cornell note taking method consists of organized structure that has you split your paper into three uneven columns. This can be time consuming, but overall works for auditorial and visual learners.</a:t>
            </a:r>
            <a:endParaRPr lang="en-US" sz="2800" dirty="0"/>
          </a:p>
        </p:txBody>
      </p:sp>
    </p:spTree>
    <p:extLst>
      <p:ext uri="{BB962C8B-B14F-4D97-AF65-F5344CB8AC3E}">
        <p14:creationId xmlns:p14="http://schemas.microsoft.com/office/powerpoint/2010/main" val="116001477"/>
      </p:ext>
    </p:extLst>
  </p:cSld>
  <p:clrMapOvr>
    <a:masterClrMapping/>
  </p:clrMapOvr>
</p:sld>
</file>

<file path=ppt/theme/theme1.xml><?xml version="1.0" encoding="utf-8"?>
<a:theme xmlns:a="http://schemas.openxmlformats.org/drawingml/2006/main" name="ConfettiVTI">
  <a:themeElements>
    <a:clrScheme name="AnalogousFromDarkSeedLeftStep">
      <a:dk1>
        <a:srgbClr val="000000"/>
      </a:dk1>
      <a:lt1>
        <a:srgbClr val="FFFFFF"/>
      </a:lt1>
      <a:dk2>
        <a:srgbClr val="2D1B31"/>
      </a:dk2>
      <a:lt2>
        <a:srgbClr val="F0F3F1"/>
      </a:lt2>
      <a:accent1>
        <a:srgbClr val="E729D1"/>
      </a:accent1>
      <a:accent2>
        <a:srgbClr val="9B17D5"/>
      </a:accent2>
      <a:accent3>
        <a:srgbClr val="5E29E7"/>
      </a:accent3>
      <a:accent4>
        <a:srgbClr val="233CD7"/>
      </a:accent4>
      <a:accent5>
        <a:srgbClr val="2992E7"/>
      </a:accent5>
      <a:accent6>
        <a:srgbClr val="15BFC4"/>
      </a:accent6>
      <a:hlink>
        <a:srgbClr val="3F71BF"/>
      </a:hlink>
      <a:folHlink>
        <a:srgbClr val="7F7F7F"/>
      </a:folHlink>
    </a:clrScheme>
    <a:fontScheme name="Custom 10">
      <a:majorFont>
        <a:latin typeface="Gill Sans Nova"/>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nfettiVTI" id="{B5618F7C-B4F0-4D28-83B4-440D0519681F}" vid="{5F84EFDF-E14E-48C6-955C-990A32085A7F}"/>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5</Slides>
  <Notes>0</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ConfettiVTI</vt:lpstr>
      <vt:lpstr>Cornell</vt:lpstr>
      <vt:lpstr>What is it?</vt:lpstr>
      <vt:lpstr>Advantages</vt:lpstr>
      <vt:lpstr>Disadvantages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192</cp:revision>
  <dcterms:created xsi:type="dcterms:W3CDTF">2024-09-10T14:03:43Z</dcterms:created>
  <dcterms:modified xsi:type="dcterms:W3CDTF">2024-09-10T14:47:20Z</dcterms:modified>
</cp:coreProperties>
</file>